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  <p:sldMasterId id="2147483722" r:id="rId2"/>
  </p:sldMasterIdLst>
  <p:sldIdLst>
    <p:sldId id="256" r:id="rId3"/>
    <p:sldId id="269" r:id="rId4"/>
    <p:sldId id="258" r:id="rId5"/>
    <p:sldId id="265" r:id="rId6"/>
    <p:sldId id="270" r:id="rId7"/>
    <p:sldId id="267" r:id="rId8"/>
    <p:sldId id="27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349"/>
    <a:srgbClr val="00BEC0"/>
    <a:srgbClr val="0AFFFF"/>
    <a:srgbClr val="000000"/>
    <a:srgbClr val="33C9FF"/>
    <a:srgbClr val="008ABD"/>
    <a:srgbClr val="DA5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FEEAF-846C-3A46-BCBE-94B1900ED56A}" v="589" dt="2025-12-01T04:05:20.136"/>
    <p1510:client id="{515B1D73-8A72-1A40-2AC4-C18421314431}" v="57" dt="2025-12-01T01:41:53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07"/>
    <p:restoredTop sz="94661"/>
  </p:normalViewPr>
  <p:slideViewPr>
    <p:cSldViewPr snapToGrid="0">
      <p:cViewPr varScale="1">
        <p:scale>
          <a:sx n="104" d="100"/>
          <a:sy n="104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56D5AD-D38C-C047-BD55-EC91F87CA1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FA060-E63A-E548-98E4-21C76EEAD08A}">
      <dgm:prSet phldrT="[Text]"/>
      <dgm:spPr>
        <a:solidFill>
          <a:srgbClr val="00BEC0"/>
        </a:solidFill>
      </dgm:spPr>
      <dgm:t>
        <a:bodyPr/>
        <a:lstStyle/>
        <a:p>
          <a:r>
            <a:rPr lang="en-US">
              <a:latin typeface="Century Gothic"/>
            </a:rPr>
            <a:t>Dayne</a:t>
          </a:r>
        </a:p>
      </dgm:t>
    </dgm:pt>
    <dgm:pt modelId="{BA0CDAD1-1FFD-7C41-8B4A-9FA67DC53E63}" type="parTrans" cxnId="{75EE5DF3-74CA-5140-9CF0-BDF974958327}">
      <dgm:prSet/>
      <dgm:spPr/>
      <dgm:t>
        <a:bodyPr/>
        <a:lstStyle/>
        <a:p>
          <a:endParaRPr lang="en-US"/>
        </a:p>
      </dgm:t>
    </dgm:pt>
    <dgm:pt modelId="{3A661A73-E62A-AE4F-889B-CFB1DAFC5740}" type="sibTrans" cxnId="{75EE5DF3-74CA-5140-9CF0-BDF974958327}">
      <dgm:prSet/>
      <dgm:spPr/>
      <dgm:t>
        <a:bodyPr/>
        <a:lstStyle/>
        <a:p>
          <a:endParaRPr lang="en-US"/>
        </a:p>
      </dgm:t>
    </dgm:pt>
    <dgm:pt modelId="{7A01CDC5-9C1A-AC40-A194-A92CF420BFB4}">
      <dgm:prSet phldrT="[Text]" custT="1"/>
      <dgm:spPr/>
      <dgm:t>
        <a:bodyPr/>
        <a:lstStyle/>
        <a:p>
          <a:pPr algn="ctr" rtl="0">
            <a:lnSpc>
              <a:spcPct val="100000"/>
            </a:lnSpc>
            <a:buNone/>
          </a:pPr>
          <a:r>
            <a:rPr lang="en-US" sz="1600">
              <a:latin typeface="Century Gothic"/>
            </a:rPr>
            <a:t>Getaway Driver</a:t>
          </a:r>
        </a:p>
      </dgm:t>
    </dgm:pt>
    <dgm:pt modelId="{CF8A53EE-ACCE-7B4D-834F-6BF5189DB7D4}" type="parTrans" cxnId="{6B06503C-36A2-8049-AD49-523AE9ABF822}">
      <dgm:prSet/>
      <dgm:spPr/>
      <dgm:t>
        <a:bodyPr/>
        <a:lstStyle/>
        <a:p>
          <a:endParaRPr lang="en-US"/>
        </a:p>
      </dgm:t>
    </dgm:pt>
    <dgm:pt modelId="{DFF90A31-1283-A34B-90EF-A4D2CA7053E7}" type="sibTrans" cxnId="{6B06503C-36A2-8049-AD49-523AE9ABF822}">
      <dgm:prSet/>
      <dgm:spPr/>
      <dgm:t>
        <a:bodyPr/>
        <a:lstStyle/>
        <a:p>
          <a:endParaRPr lang="en-US"/>
        </a:p>
      </dgm:t>
    </dgm:pt>
    <dgm:pt modelId="{2C366239-A2F0-5D47-AA53-589514EA4F23}" type="pres">
      <dgm:prSet presAssocID="{E656D5AD-D38C-C047-BD55-EC91F87CA18D}" presName="Name0" presStyleCnt="0">
        <dgm:presLayoutVars>
          <dgm:dir/>
          <dgm:animLvl val="lvl"/>
          <dgm:resizeHandles val="exact"/>
        </dgm:presLayoutVars>
      </dgm:prSet>
      <dgm:spPr/>
    </dgm:pt>
    <dgm:pt modelId="{28A4DE4B-C8AC-0A40-B4D0-BA4F59ADF940}" type="pres">
      <dgm:prSet presAssocID="{823FA060-E63A-E548-98E4-21C76EEAD08A}" presName="composite" presStyleCnt="0"/>
      <dgm:spPr/>
    </dgm:pt>
    <dgm:pt modelId="{D16505C7-5152-D545-9F23-D30152248015}" type="pres">
      <dgm:prSet presAssocID="{823FA060-E63A-E548-98E4-21C76EEAD08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B026C6B-F7B0-3E44-8A64-43A866C05961}" type="pres">
      <dgm:prSet presAssocID="{823FA060-E63A-E548-98E4-21C76EEAD08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755B91A-6EFF-954C-A74A-FB99982993F3}" type="presOf" srcId="{E656D5AD-D38C-C047-BD55-EC91F87CA18D}" destId="{2C366239-A2F0-5D47-AA53-589514EA4F23}" srcOrd="0" destOrd="0" presId="urn:microsoft.com/office/officeart/2005/8/layout/hList1"/>
    <dgm:cxn modelId="{6B06503C-36A2-8049-AD49-523AE9ABF822}" srcId="{823FA060-E63A-E548-98E4-21C76EEAD08A}" destId="{7A01CDC5-9C1A-AC40-A194-A92CF420BFB4}" srcOrd="0" destOrd="0" parTransId="{CF8A53EE-ACCE-7B4D-834F-6BF5189DB7D4}" sibTransId="{DFF90A31-1283-A34B-90EF-A4D2CA7053E7}"/>
    <dgm:cxn modelId="{CDBA9986-1A63-4188-9DB6-7191588F80A0}" type="presOf" srcId="{823FA060-E63A-E548-98E4-21C76EEAD08A}" destId="{D16505C7-5152-D545-9F23-D30152248015}" srcOrd="0" destOrd="0" presId="urn:microsoft.com/office/officeart/2005/8/layout/hList1"/>
    <dgm:cxn modelId="{D693FFB9-1600-4FC3-B00F-248DF6ED3DB8}" type="presOf" srcId="{7A01CDC5-9C1A-AC40-A194-A92CF420BFB4}" destId="{CB026C6B-F7B0-3E44-8A64-43A866C05961}" srcOrd="0" destOrd="0" presId="urn:microsoft.com/office/officeart/2005/8/layout/hList1"/>
    <dgm:cxn modelId="{75EE5DF3-74CA-5140-9CF0-BDF974958327}" srcId="{E656D5AD-D38C-C047-BD55-EC91F87CA18D}" destId="{823FA060-E63A-E548-98E4-21C76EEAD08A}" srcOrd="0" destOrd="0" parTransId="{BA0CDAD1-1FFD-7C41-8B4A-9FA67DC53E63}" sibTransId="{3A661A73-E62A-AE4F-889B-CFB1DAFC5740}"/>
    <dgm:cxn modelId="{70A2D7EB-3963-40A6-BB0A-8385648E7BDA}" type="presParOf" srcId="{2C366239-A2F0-5D47-AA53-589514EA4F23}" destId="{28A4DE4B-C8AC-0A40-B4D0-BA4F59ADF940}" srcOrd="0" destOrd="0" presId="urn:microsoft.com/office/officeart/2005/8/layout/hList1"/>
    <dgm:cxn modelId="{ED1FE262-A5BC-4A53-BA5C-E33E29A0C8D5}" type="presParOf" srcId="{28A4DE4B-C8AC-0A40-B4D0-BA4F59ADF940}" destId="{D16505C7-5152-D545-9F23-D30152248015}" srcOrd="0" destOrd="0" presId="urn:microsoft.com/office/officeart/2005/8/layout/hList1"/>
    <dgm:cxn modelId="{63EE3B21-E1EF-48A6-9490-FCA497913942}" type="presParOf" srcId="{28A4DE4B-C8AC-0A40-B4D0-BA4F59ADF940}" destId="{CB026C6B-F7B0-3E44-8A64-43A866C05961}" srcOrd="1" destOrd="0" presId="urn:microsoft.com/office/officeart/2005/8/layout/hList1"/>
  </dgm:cxnLst>
  <dgm:bg>
    <a:noFill/>
    <a:effectLst>
      <a:glow>
        <a:srgbClr val="0AFFFF"/>
      </a:glow>
      <a:outerShdw blurRad="50800" dist="50800" dir="5400000" sx="98000" sy="98000" algn="ctr" rotWithShape="0">
        <a:srgbClr val="0AFFFF">
          <a:alpha val="43000"/>
        </a:srgbClr>
      </a:outerShdw>
    </a:effectLst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56D5AD-D38C-C047-BD55-EC91F87CA1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FA060-E63A-E548-98E4-21C76EEAD08A}">
      <dgm:prSet phldrT="[Text]" phldr="0"/>
      <dgm:spPr>
        <a:solidFill>
          <a:srgbClr val="00BEC0"/>
        </a:solidFill>
      </dgm:spPr>
      <dgm:t>
        <a:bodyPr/>
        <a:lstStyle/>
        <a:p>
          <a:r>
            <a:rPr lang="en-US">
              <a:latin typeface="Century Gothic"/>
            </a:rPr>
            <a:t>Elliot</a:t>
          </a:r>
        </a:p>
      </dgm:t>
    </dgm:pt>
    <dgm:pt modelId="{BA0CDAD1-1FFD-7C41-8B4A-9FA67DC53E63}" type="parTrans" cxnId="{75EE5DF3-74CA-5140-9CF0-BDF974958327}">
      <dgm:prSet/>
      <dgm:spPr/>
      <dgm:t>
        <a:bodyPr/>
        <a:lstStyle/>
        <a:p>
          <a:endParaRPr lang="en-US"/>
        </a:p>
      </dgm:t>
    </dgm:pt>
    <dgm:pt modelId="{3A661A73-E62A-AE4F-889B-CFB1DAFC5740}" type="sibTrans" cxnId="{75EE5DF3-74CA-5140-9CF0-BDF974958327}">
      <dgm:prSet/>
      <dgm:spPr/>
      <dgm:t>
        <a:bodyPr/>
        <a:lstStyle/>
        <a:p>
          <a:endParaRPr lang="en-US"/>
        </a:p>
      </dgm:t>
    </dgm:pt>
    <dgm:pt modelId="{7A01CDC5-9C1A-AC40-A194-A92CF420BFB4}">
      <dgm:prSet phldrT="[Text]" custT="1"/>
      <dgm:spPr/>
      <dgm:t>
        <a:bodyPr/>
        <a:lstStyle/>
        <a:p>
          <a:pPr algn="ctr" rtl="0">
            <a:lnSpc>
              <a:spcPct val="100000"/>
            </a:lnSpc>
            <a:buNone/>
          </a:pPr>
          <a:r>
            <a:rPr lang="en-US" sz="1600">
              <a:latin typeface="Century Gothic"/>
            </a:rPr>
            <a:t>Gadget Specialist</a:t>
          </a:r>
        </a:p>
      </dgm:t>
    </dgm:pt>
    <dgm:pt modelId="{CF8A53EE-ACCE-7B4D-834F-6BF5189DB7D4}" type="parTrans" cxnId="{6B06503C-36A2-8049-AD49-523AE9ABF822}">
      <dgm:prSet/>
      <dgm:spPr/>
      <dgm:t>
        <a:bodyPr/>
        <a:lstStyle/>
        <a:p>
          <a:endParaRPr lang="en-US"/>
        </a:p>
      </dgm:t>
    </dgm:pt>
    <dgm:pt modelId="{DFF90A31-1283-A34B-90EF-A4D2CA7053E7}" type="sibTrans" cxnId="{6B06503C-36A2-8049-AD49-523AE9ABF822}">
      <dgm:prSet/>
      <dgm:spPr/>
      <dgm:t>
        <a:bodyPr/>
        <a:lstStyle/>
        <a:p>
          <a:endParaRPr lang="en-US"/>
        </a:p>
      </dgm:t>
    </dgm:pt>
    <dgm:pt modelId="{2C366239-A2F0-5D47-AA53-589514EA4F23}" type="pres">
      <dgm:prSet presAssocID="{E656D5AD-D38C-C047-BD55-EC91F87CA18D}" presName="Name0" presStyleCnt="0">
        <dgm:presLayoutVars>
          <dgm:dir/>
          <dgm:animLvl val="lvl"/>
          <dgm:resizeHandles val="exact"/>
        </dgm:presLayoutVars>
      </dgm:prSet>
      <dgm:spPr/>
    </dgm:pt>
    <dgm:pt modelId="{28A4DE4B-C8AC-0A40-B4D0-BA4F59ADF940}" type="pres">
      <dgm:prSet presAssocID="{823FA060-E63A-E548-98E4-21C76EEAD08A}" presName="composite" presStyleCnt="0"/>
      <dgm:spPr/>
    </dgm:pt>
    <dgm:pt modelId="{D16505C7-5152-D545-9F23-D30152248015}" type="pres">
      <dgm:prSet presAssocID="{823FA060-E63A-E548-98E4-21C76EEAD08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B026C6B-F7B0-3E44-8A64-43A866C05961}" type="pres">
      <dgm:prSet presAssocID="{823FA060-E63A-E548-98E4-21C76EEAD08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755B91A-6EFF-954C-A74A-FB99982993F3}" type="presOf" srcId="{E656D5AD-D38C-C047-BD55-EC91F87CA18D}" destId="{2C366239-A2F0-5D47-AA53-589514EA4F23}" srcOrd="0" destOrd="0" presId="urn:microsoft.com/office/officeart/2005/8/layout/hList1"/>
    <dgm:cxn modelId="{6B06503C-36A2-8049-AD49-523AE9ABF822}" srcId="{823FA060-E63A-E548-98E4-21C76EEAD08A}" destId="{7A01CDC5-9C1A-AC40-A194-A92CF420BFB4}" srcOrd="0" destOrd="0" parTransId="{CF8A53EE-ACCE-7B4D-834F-6BF5189DB7D4}" sibTransId="{DFF90A31-1283-A34B-90EF-A4D2CA7053E7}"/>
    <dgm:cxn modelId="{CDBA9986-1A63-4188-9DB6-7191588F80A0}" type="presOf" srcId="{823FA060-E63A-E548-98E4-21C76EEAD08A}" destId="{D16505C7-5152-D545-9F23-D30152248015}" srcOrd="0" destOrd="0" presId="urn:microsoft.com/office/officeart/2005/8/layout/hList1"/>
    <dgm:cxn modelId="{D693FFB9-1600-4FC3-B00F-248DF6ED3DB8}" type="presOf" srcId="{7A01CDC5-9C1A-AC40-A194-A92CF420BFB4}" destId="{CB026C6B-F7B0-3E44-8A64-43A866C05961}" srcOrd="0" destOrd="0" presId="urn:microsoft.com/office/officeart/2005/8/layout/hList1"/>
    <dgm:cxn modelId="{75EE5DF3-74CA-5140-9CF0-BDF974958327}" srcId="{E656D5AD-D38C-C047-BD55-EC91F87CA18D}" destId="{823FA060-E63A-E548-98E4-21C76EEAD08A}" srcOrd="0" destOrd="0" parTransId="{BA0CDAD1-1FFD-7C41-8B4A-9FA67DC53E63}" sibTransId="{3A661A73-E62A-AE4F-889B-CFB1DAFC5740}"/>
    <dgm:cxn modelId="{70A2D7EB-3963-40A6-BB0A-8385648E7BDA}" type="presParOf" srcId="{2C366239-A2F0-5D47-AA53-589514EA4F23}" destId="{28A4DE4B-C8AC-0A40-B4D0-BA4F59ADF940}" srcOrd="0" destOrd="0" presId="urn:microsoft.com/office/officeart/2005/8/layout/hList1"/>
    <dgm:cxn modelId="{ED1FE262-A5BC-4A53-BA5C-E33E29A0C8D5}" type="presParOf" srcId="{28A4DE4B-C8AC-0A40-B4D0-BA4F59ADF940}" destId="{D16505C7-5152-D545-9F23-D30152248015}" srcOrd="0" destOrd="0" presId="urn:microsoft.com/office/officeart/2005/8/layout/hList1"/>
    <dgm:cxn modelId="{63EE3B21-E1EF-48A6-9490-FCA497913942}" type="presParOf" srcId="{28A4DE4B-C8AC-0A40-B4D0-BA4F59ADF940}" destId="{CB026C6B-F7B0-3E44-8A64-43A866C05961}" srcOrd="1" destOrd="0" presId="urn:microsoft.com/office/officeart/2005/8/layout/hList1"/>
  </dgm:cxnLst>
  <dgm:bg>
    <a:noFill/>
    <a:effectLst>
      <a:glow>
        <a:srgbClr val="0AFFFF"/>
      </a:glow>
      <a:outerShdw blurRad="50800" dist="50800" dir="5400000" sx="98000" sy="98000" algn="ctr" rotWithShape="0">
        <a:srgbClr val="0AFFFF">
          <a:alpha val="43000"/>
        </a:srgbClr>
      </a:outerShdw>
    </a:effectLst>
  </dgm:bg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56D5AD-D38C-C047-BD55-EC91F87CA1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FA060-E63A-E548-98E4-21C76EEAD08A}">
      <dgm:prSet phldrT="[Text]"/>
      <dgm:spPr>
        <a:solidFill>
          <a:srgbClr val="00BEC0"/>
        </a:solidFill>
      </dgm:spPr>
      <dgm:t>
        <a:bodyPr/>
        <a:lstStyle/>
        <a:p>
          <a:r>
            <a:rPr lang="en-US">
              <a:latin typeface="Century Gothic"/>
            </a:rPr>
            <a:t>Emma</a:t>
          </a:r>
        </a:p>
      </dgm:t>
    </dgm:pt>
    <dgm:pt modelId="{BA0CDAD1-1FFD-7C41-8B4A-9FA67DC53E63}" type="parTrans" cxnId="{75EE5DF3-74CA-5140-9CF0-BDF974958327}">
      <dgm:prSet/>
      <dgm:spPr/>
      <dgm:t>
        <a:bodyPr/>
        <a:lstStyle/>
        <a:p>
          <a:endParaRPr lang="en-US"/>
        </a:p>
      </dgm:t>
    </dgm:pt>
    <dgm:pt modelId="{3A661A73-E62A-AE4F-889B-CFB1DAFC5740}" type="sibTrans" cxnId="{75EE5DF3-74CA-5140-9CF0-BDF974958327}">
      <dgm:prSet/>
      <dgm:spPr/>
      <dgm:t>
        <a:bodyPr/>
        <a:lstStyle/>
        <a:p>
          <a:endParaRPr lang="en-US"/>
        </a:p>
      </dgm:t>
    </dgm:pt>
    <dgm:pt modelId="{7A01CDC5-9C1A-AC40-A194-A92CF420BFB4}">
      <dgm:prSet phldrT="[Text]" custT="1"/>
      <dgm:spPr/>
      <dgm:t>
        <a:bodyPr/>
        <a:lstStyle/>
        <a:p>
          <a:pPr algn="ctr" rtl="0">
            <a:lnSpc>
              <a:spcPct val="100000"/>
            </a:lnSpc>
            <a:buNone/>
          </a:pPr>
          <a:r>
            <a:rPr lang="en-US" sz="1600">
              <a:latin typeface="Century Gothic"/>
            </a:rPr>
            <a:t>Night-Owl Operative</a:t>
          </a:r>
        </a:p>
      </dgm:t>
    </dgm:pt>
    <dgm:pt modelId="{CF8A53EE-ACCE-7B4D-834F-6BF5189DB7D4}" type="parTrans" cxnId="{6B06503C-36A2-8049-AD49-523AE9ABF822}">
      <dgm:prSet/>
      <dgm:spPr/>
      <dgm:t>
        <a:bodyPr/>
        <a:lstStyle/>
        <a:p>
          <a:endParaRPr lang="en-US"/>
        </a:p>
      </dgm:t>
    </dgm:pt>
    <dgm:pt modelId="{DFF90A31-1283-A34B-90EF-A4D2CA7053E7}" type="sibTrans" cxnId="{6B06503C-36A2-8049-AD49-523AE9ABF822}">
      <dgm:prSet/>
      <dgm:spPr/>
      <dgm:t>
        <a:bodyPr/>
        <a:lstStyle/>
        <a:p>
          <a:endParaRPr lang="en-US"/>
        </a:p>
      </dgm:t>
    </dgm:pt>
    <dgm:pt modelId="{2C366239-A2F0-5D47-AA53-589514EA4F23}" type="pres">
      <dgm:prSet presAssocID="{E656D5AD-D38C-C047-BD55-EC91F87CA18D}" presName="Name0" presStyleCnt="0">
        <dgm:presLayoutVars>
          <dgm:dir/>
          <dgm:animLvl val="lvl"/>
          <dgm:resizeHandles val="exact"/>
        </dgm:presLayoutVars>
      </dgm:prSet>
      <dgm:spPr/>
    </dgm:pt>
    <dgm:pt modelId="{28A4DE4B-C8AC-0A40-B4D0-BA4F59ADF940}" type="pres">
      <dgm:prSet presAssocID="{823FA060-E63A-E548-98E4-21C76EEAD08A}" presName="composite" presStyleCnt="0"/>
      <dgm:spPr/>
    </dgm:pt>
    <dgm:pt modelId="{D16505C7-5152-D545-9F23-D30152248015}" type="pres">
      <dgm:prSet presAssocID="{823FA060-E63A-E548-98E4-21C76EEAD08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B026C6B-F7B0-3E44-8A64-43A866C05961}" type="pres">
      <dgm:prSet presAssocID="{823FA060-E63A-E548-98E4-21C76EEAD08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755B91A-6EFF-954C-A74A-FB99982993F3}" type="presOf" srcId="{E656D5AD-D38C-C047-BD55-EC91F87CA18D}" destId="{2C366239-A2F0-5D47-AA53-589514EA4F23}" srcOrd="0" destOrd="0" presId="urn:microsoft.com/office/officeart/2005/8/layout/hList1"/>
    <dgm:cxn modelId="{6B06503C-36A2-8049-AD49-523AE9ABF822}" srcId="{823FA060-E63A-E548-98E4-21C76EEAD08A}" destId="{7A01CDC5-9C1A-AC40-A194-A92CF420BFB4}" srcOrd="0" destOrd="0" parTransId="{CF8A53EE-ACCE-7B4D-834F-6BF5189DB7D4}" sibTransId="{DFF90A31-1283-A34B-90EF-A4D2CA7053E7}"/>
    <dgm:cxn modelId="{CDBA9986-1A63-4188-9DB6-7191588F80A0}" type="presOf" srcId="{823FA060-E63A-E548-98E4-21C76EEAD08A}" destId="{D16505C7-5152-D545-9F23-D30152248015}" srcOrd="0" destOrd="0" presId="urn:microsoft.com/office/officeart/2005/8/layout/hList1"/>
    <dgm:cxn modelId="{D693FFB9-1600-4FC3-B00F-248DF6ED3DB8}" type="presOf" srcId="{7A01CDC5-9C1A-AC40-A194-A92CF420BFB4}" destId="{CB026C6B-F7B0-3E44-8A64-43A866C05961}" srcOrd="0" destOrd="0" presId="urn:microsoft.com/office/officeart/2005/8/layout/hList1"/>
    <dgm:cxn modelId="{75EE5DF3-74CA-5140-9CF0-BDF974958327}" srcId="{E656D5AD-D38C-C047-BD55-EC91F87CA18D}" destId="{823FA060-E63A-E548-98E4-21C76EEAD08A}" srcOrd="0" destOrd="0" parTransId="{BA0CDAD1-1FFD-7C41-8B4A-9FA67DC53E63}" sibTransId="{3A661A73-E62A-AE4F-889B-CFB1DAFC5740}"/>
    <dgm:cxn modelId="{70A2D7EB-3963-40A6-BB0A-8385648E7BDA}" type="presParOf" srcId="{2C366239-A2F0-5D47-AA53-589514EA4F23}" destId="{28A4DE4B-C8AC-0A40-B4D0-BA4F59ADF940}" srcOrd="0" destOrd="0" presId="urn:microsoft.com/office/officeart/2005/8/layout/hList1"/>
    <dgm:cxn modelId="{ED1FE262-A5BC-4A53-BA5C-E33E29A0C8D5}" type="presParOf" srcId="{28A4DE4B-C8AC-0A40-B4D0-BA4F59ADF940}" destId="{D16505C7-5152-D545-9F23-D30152248015}" srcOrd="0" destOrd="0" presId="urn:microsoft.com/office/officeart/2005/8/layout/hList1"/>
    <dgm:cxn modelId="{63EE3B21-E1EF-48A6-9490-FCA497913942}" type="presParOf" srcId="{28A4DE4B-C8AC-0A40-B4D0-BA4F59ADF940}" destId="{CB026C6B-F7B0-3E44-8A64-43A866C05961}" srcOrd="1" destOrd="0" presId="urn:microsoft.com/office/officeart/2005/8/layout/hList1"/>
  </dgm:cxnLst>
  <dgm:bg>
    <a:noFill/>
    <a:effectLst>
      <a:glow>
        <a:srgbClr val="0AFFFF"/>
      </a:glow>
      <a:outerShdw blurRad="50800" dist="50800" dir="5400000" sx="98000" sy="98000" algn="ctr" rotWithShape="0">
        <a:srgbClr val="0AFFFF">
          <a:alpha val="43000"/>
        </a:srgbClr>
      </a:outerShdw>
    </a:effectLst>
  </dgm:bg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56D5AD-D38C-C047-BD55-EC91F87CA1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FA060-E63A-E548-98E4-21C76EEAD08A}">
      <dgm:prSet phldrT="[Text]" phldr="0"/>
      <dgm:spPr>
        <a:solidFill>
          <a:srgbClr val="00BEC0"/>
        </a:solidFill>
      </dgm:spPr>
      <dgm:t>
        <a:bodyPr/>
        <a:lstStyle/>
        <a:p>
          <a:r>
            <a:rPr lang="en-US">
              <a:latin typeface="Century Gothic"/>
            </a:rPr>
            <a:t>Cameron</a:t>
          </a:r>
        </a:p>
      </dgm:t>
    </dgm:pt>
    <dgm:pt modelId="{BA0CDAD1-1FFD-7C41-8B4A-9FA67DC53E63}" type="parTrans" cxnId="{75EE5DF3-74CA-5140-9CF0-BDF974958327}">
      <dgm:prSet/>
      <dgm:spPr/>
      <dgm:t>
        <a:bodyPr/>
        <a:lstStyle/>
        <a:p>
          <a:endParaRPr lang="en-US"/>
        </a:p>
      </dgm:t>
    </dgm:pt>
    <dgm:pt modelId="{3A661A73-E62A-AE4F-889B-CFB1DAFC5740}" type="sibTrans" cxnId="{75EE5DF3-74CA-5140-9CF0-BDF974958327}">
      <dgm:prSet/>
      <dgm:spPr/>
      <dgm:t>
        <a:bodyPr/>
        <a:lstStyle/>
        <a:p>
          <a:endParaRPr lang="en-US"/>
        </a:p>
      </dgm:t>
    </dgm:pt>
    <dgm:pt modelId="{7A01CDC5-9C1A-AC40-A194-A92CF420BFB4}">
      <dgm:prSet phldrT="[Text]" custT="1"/>
      <dgm:spPr/>
      <dgm:t>
        <a:bodyPr/>
        <a:lstStyle/>
        <a:p>
          <a:pPr algn="ctr" rtl="0">
            <a:lnSpc>
              <a:spcPct val="100000"/>
            </a:lnSpc>
            <a:buNone/>
          </a:pPr>
          <a:r>
            <a:rPr lang="en-US" sz="1600">
              <a:latin typeface="Century Gothic"/>
            </a:rPr>
            <a:t>Sleep-deprived Spy</a:t>
          </a:r>
        </a:p>
      </dgm:t>
    </dgm:pt>
    <dgm:pt modelId="{CF8A53EE-ACCE-7B4D-834F-6BF5189DB7D4}" type="parTrans" cxnId="{6B06503C-36A2-8049-AD49-523AE9ABF822}">
      <dgm:prSet/>
      <dgm:spPr/>
      <dgm:t>
        <a:bodyPr/>
        <a:lstStyle/>
        <a:p>
          <a:endParaRPr lang="en-US"/>
        </a:p>
      </dgm:t>
    </dgm:pt>
    <dgm:pt modelId="{DFF90A31-1283-A34B-90EF-A4D2CA7053E7}" type="sibTrans" cxnId="{6B06503C-36A2-8049-AD49-523AE9ABF822}">
      <dgm:prSet/>
      <dgm:spPr/>
      <dgm:t>
        <a:bodyPr/>
        <a:lstStyle/>
        <a:p>
          <a:endParaRPr lang="en-US"/>
        </a:p>
      </dgm:t>
    </dgm:pt>
    <dgm:pt modelId="{2C366239-A2F0-5D47-AA53-589514EA4F23}" type="pres">
      <dgm:prSet presAssocID="{E656D5AD-D38C-C047-BD55-EC91F87CA18D}" presName="Name0" presStyleCnt="0">
        <dgm:presLayoutVars>
          <dgm:dir/>
          <dgm:animLvl val="lvl"/>
          <dgm:resizeHandles val="exact"/>
        </dgm:presLayoutVars>
      </dgm:prSet>
      <dgm:spPr/>
    </dgm:pt>
    <dgm:pt modelId="{28A4DE4B-C8AC-0A40-B4D0-BA4F59ADF940}" type="pres">
      <dgm:prSet presAssocID="{823FA060-E63A-E548-98E4-21C76EEAD08A}" presName="composite" presStyleCnt="0"/>
      <dgm:spPr/>
    </dgm:pt>
    <dgm:pt modelId="{D16505C7-5152-D545-9F23-D30152248015}" type="pres">
      <dgm:prSet presAssocID="{823FA060-E63A-E548-98E4-21C76EEAD08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B026C6B-F7B0-3E44-8A64-43A866C05961}" type="pres">
      <dgm:prSet presAssocID="{823FA060-E63A-E548-98E4-21C76EEAD08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755B91A-6EFF-954C-A74A-FB99982993F3}" type="presOf" srcId="{E656D5AD-D38C-C047-BD55-EC91F87CA18D}" destId="{2C366239-A2F0-5D47-AA53-589514EA4F23}" srcOrd="0" destOrd="0" presId="urn:microsoft.com/office/officeart/2005/8/layout/hList1"/>
    <dgm:cxn modelId="{6B06503C-36A2-8049-AD49-523AE9ABF822}" srcId="{823FA060-E63A-E548-98E4-21C76EEAD08A}" destId="{7A01CDC5-9C1A-AC40-A194-A92CF420BFB4}" srcOrd="0" destOrd="0" parTransId="{CF8A53EE-ACCE-7B4D-834F-6BF5189DB7D4}" sibTransId="{DFF90A31-1283-A34B-90EF-A4D2CA7053E7}"/>
    <dgm:cxn modelId="{CDBA9986-1A63-4188-9DB6-7191588F80A0}" type="presOf" srcId="{823FA060-E63A-E548-98E4-21C76EEAD08A}" destId="{D16505C7-5152-D545-9F23-D30152248015}" srcOrd="0" destOrd="0" presId="urn:microsoft.com/office/officeart/2005/8/layout/hList1"/>
    <dgm:cxn modelId="{D693FFB9-1600-4FC3-B00F-248DF6ED3DB8}" type="presOf" srcId="{7A01CDC5-9C1A-AC40-A194-A92CF420BFB4}" destId="{CB026C6B-F7B0-3E44-8A64-43A866C05961}" srcOrd="0" destOrd="0" presId="urn:microsoft.com/office/officeart/2005/8/layout/hList1"/>
    <dgm:cxn modelId="{75EE5DF3-74CA-5140-9CF0-BDF974958327}" srcId="{E656D5AD-D38C-C047-BD55-EC91F87CA18D}" destId="{823FA060-E63A-E548-98E4-21C76EEAD08A}" srcOrd="0" destOrd="0" parTransId="{BA0CDAD1-1FFD-7C41-8B4A-9FA67DC53E63}" sibTransId="{3A661A73-E62A-AE4F-889B-CFB1DAFC5740}"/>
    <dgm:cxn modelId="{70A2D7EB-3963-40A6-BB0A-8385648E7BDA}" type="presParOf" srcId="{2C366239-A2F0-5D47-AA53-589514EA4F23}" destId="{28A4DE4B-C8AC-0A40-B4D0-BA4F59ADF940}" srcOrd="0" destOrd="0" presId="urn:microsoft.com/office/officeart/2005/8/layout/hList1"/>
    <dgm:cxn modelId="{ED1FE262-A5BC-4A53-BA5C-E33E29A0C8D5}" type="presParOf" srcId="{28A4DE4B-C8AC-0A40-B4D0-BA4F59ADF940}" destId="{D16505C7-5152-D545-9F23-D30152248015}" srcOrd="0" destOrd="0" presId="urn:microsoft.com/office/officeart/2005/8/layout/hList1"/>
    <dgm:cxn modelId="{63EE3B21-E1EF-48A6-9490-FCA497913942}" type="presParOf" srcId="{28A4DE4B-C8AC-0A40-B4D0-BA4F59ADF940}" destId="{CB026C6B-F7B0-3E44-8A64-43A866C05961}" srcOrd="1" destOrd="0" presId="urn:microsoft.com/office/officeart/2005/8/layout/hList1"/>
  </dgm:cxnLst>
  <dgm:bg>
    <a:noFill/>
    <a:effectLst>
      <a:glow>
        <a:srgbClr val="0AFFFF"/>
      </a:glow>
      <a:outerShdw blurRad="50800" dist="50800" dir="5400000" sx="98000" sy="98000" algn="ctr" rotWithShape="0">
        <a:srgbClr val="0AFFFF">
          <a:alpha val="43000"/>
        </a:srgbClr>
      </a:outerShdw>
    </a:effectLst>
  </dgm:bg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56D5AD-D38C-C047-BD55-EC91F87CA18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FA060-E63A-E548-98E4-21C76EEAD08A}">
      <dgm:prSet phldrT="[Text]"/>
      <dgm:spPr>
        <a:solidFill>
          <a:srgbClr val="00BEC0"/>
        </a:solidFill>
      </dgm:spPr>
      <dgm:t>
        <a:bodyPr/>
        <a:lstStyle/>
        <a:p>
          <a:r>
            <a:rPr lang="en-US">
              <a:latin typeface="Century Gothic"/>
            </a:rPr>
            <a:t>Suzanne</a:t>
          </a:r>
        </a:p>
      </dgm:t>
    </dgm:pt>
    <dgm:pt modelId="{BA0CDAD1-1FFD-7C41-8B4A-9FA67DC53E63}" type="parTrans" cxnId="{75EE5DF3-74CA-5140-9CF0-BDF974958327}">
      <dgm:prSet/>
      <dgm:spPr/>
      <dgm:t>
        <a:bodyPr/>
        <a:lstStyle/>
        <a:p>
          <a:endParaRPr lang="en-US"/>
        </a:p>
      </dgm:t>
    </dgm:pt>
    <dgm:pt modelId="{3A661A73-E62A-AE4F-889B-CFB1DAFC5740}" type="sibTrans" cxnId="{75EE5DF3-74CA-5140-9CF0-BDF974958327}">
      <dgm:prSet/>
      <dgm:spPr/>
      <dgm:t>
        <a:bodyPr/>
        <a:lstStyle/>
        <a:p>
          <a:endParaRPr lang="en-US"/>
        </a:p>
      </dgm:t>
    </dgm:pt>
    <dgm:pt modelId="{7A01CDC5-9C1A-AC40-A194-A92CF420BFB4}">
      <dgm:prSet phldrT="[Text]" phldr="0" custT="1"/>
      <dgm:spPr/>
      <dgm:t>
        <a:bodyPr/>
        <a:lstStyle/>
        <a:p>
          <a:pPr algn="ctr">
            <a:lnSpc>
              <a:spcPct val="100000"/>
            </a:lnSpc>
            <a:buNone/>
          </a:pPr>
          <a:r>
            <a:rPr lang="en-US" sz="1600">
              <a:latin typeface="Century Gothic"/>
            </a:rPr>
            <a:t>Hacker</a:t>
          </a:r>
        </a:p>
      </dgm:t>
    </dgm:pt>
    <dgm:pt modelId="{CF8A53EE-ACCE-7B4D-834F-6BF5189DB7D4}" type="parTrans" cxnId="{6B06503C-36A2-8049-AD49-523AE9ABF822}">
      <dgm:prSet/>
      <dgm:spPr/>
      <dgm:t>
        <a:bodyPr/>
        <a:lstStyle/>
        <a:p>
          <a:endParaRPr lang="en-US"/>
        </a:p>
      </dgm:t>
    </dgm:pt>
    <dgm:pt modelId="{DFF90A31-1283-A34B-90EF-A4D2CA7053E7}" type="sibTrans" cxnId="{6B06503C-36A2-8049-AD49-523AE9ABF822}">
      <dgm:prSet/>
      <dgm:spPr/>
      <dgm:t>
        <a:bodyPr/>
        <a:lstStyle/>
        <a:p>
          <a:endParaRPr lang="en-US"/>
        </a:p>
      </dgm:t>
    </dgm:pt>
    <dgm:pt modelId="{2C366239-A2F0-5D47-AA53-589514EA4F23}" type="pres">
      <dgm:prSet presAssocID="{E656D5AD-D38C-C047-BD55-EC91F87CA18D}" presName="Name0" presStyleCnt="0">
        <dgm:presLayoutVars>
          <dgm:dir/>
          <dgm:animLvl val="lvl"/>
          <dgm:resizeHandles val="exact"/>
        </dgm:presLayoutVars>
      </dgm:prSet>
      <dgm:spPr/>
    </dgm:pt>
    <dgm:pt modelId="{28A4DE4B-C8AC-0A40-B4D0-BA4F59ADF940}" type="pres">
      <dgm:prSet presAssocID="{823FA060-E63A-E548-98E4-21C76EEAD08A}" presName="composite" presStyleCnt="0"/>
      <dgm:spPr/>
    </dgm:pt>
    <dgm:pt modelId="{D16505C7-5152-D545-9F23-D30152248015}" type="pres">
      <dgm:prSet presAssocID="{823FA060-E63A-E548-98E4-21C76EEAD08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B026C6B-F7B0-3E44-8A64-43A866C05961}" type="pres">
      <dgm:prSet presAssocID="{823FA060-E63A-E548-98E4-21C76EEAD08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755B91A-6EFF-954C-A74A-FB99982993F3}" type="presOf" srcId="{E656D5AD-D38C-C047-BD55-EC91F87CA18D}" destId="{2C366239-A2F0-5D47-AA53-589514EA4F23}" srcOrd="0" destOrd="0" presId="urn:microsoft.com/office/officeart/2005/8/layout/hList1"/>
    <dgm:cxn modelId="{6B06503C-36A2-8049-AD49-523AE9ABF822}" srcId="{823FA060-E63A-E548-98E4-21C76EEAD08A}" destId="{7A01CDC5-9C1A-AC40-A194-A92CF420BFB4}" srcOrd="0" destOrd="0" parTransId="{CF8A53EE-ACCE-7B4D-834F-6BF5189DB7D4}" sibTransId="{DFF90A31-1283-A34B-90EF-A4D2CA7053E7}"/>
    <dgm:cxn modelId="{CDBA9986-1A63-4188-9DB6-7191588F80A0}" type="presOf" srcId="{823FA060-E63A-E548-98E4-21C76EEAD08A}" destId="{D16505C7-5152-D545-9F23-D30152248015}" srcOrd="0" destOrd="0" presId="urn:microsoft.com/office/officeart/2005/8/layout/hList1"/>
    <dgm:cxn modelId="{D693FFB9-1600-4FC3-B00F-248DF6ED3DB8}" type="presOf" srcId="{7A01CDC5-9C1A-AC40-A194-A92CF420BFB4}" destId="{CB026C6B-F7B0-3E44-8A64-43A866C05961}" srcOrd="0" destOrd="0" presId="urn:microsoft.com/office/officeart/2005/8/layout/hList1"/>
    <dgm:cxn modelId="{75EE5DF3-74CA-5140-9CF0-BDF974958327}" srcId="{E656D5AD-D38C-C047-BD55-EC91F87CA18D}" destId="{823FA060-E63A-E548-98E4-21C76EEAD08A}" srcOrd="0" destOrd="0" parTransId="{BA0CDAD1-1FFD-7C41-8B4A-9FA67DC53E63}" sibTransId="{3A661A73-E62A-AE4F-889B-CFB1DAFC5740}"/>
    <dgm:cxn modelId="{70A2D7EB-3963-40A6-BB0A-8385648E7BDA}" type="presParOf" srcId="{2C366239-A2F0-5D47-AA53-589514EA4F23}" destId="{28A4DE4B-C8AC-0A40-B4D0-BA4F59ADF940}" srcOrd="0" destOrd="0" presId="urn:microsoft.com/office/officeart/2005/8/layout/hList1"/>
    <dgm:cxn modelId="{ED1FE262-A5BC-4A53-BA5C-E33E29A0C8D5}" type="presParOf" srcId="{28A4DE4B-C8AC-0A40-B4D0-BA4F59ADF940}" destId="{D16505C7-5152-D545-9F23-D30152248015}" srcOrd="0" destOrd="0" presId="urn:microsoft.com/office/officeart/2005/8/layout/hList1"/>
    <dgm:cxn modelId="{63EE3B21-E1EF-48A6-9490-FCA497913942}" type="presParOf" srcId="{28A4DE4B-C8AC-0A40-B4D0-BA4F59ADF940}" destId="{CB026C6B-F7B0-3E44-8A64-43A866C05961}" srcOrd="1" destOrd="0" presId="urn:microsoft.com/office/officeart/2005/8/layout/hList1"/>
  </dgm:cxnLst>
  <dgm:bg>
    <a:noFill/>
    <a:effectLst>
      <a:glow>
        <a:srgbClr val="0AFFFF"/>
      </a:glow>
      <a:outerShdw blurRad="50800" dist="50800" dir="5400000" sx="98000" sy="98000" algn="ctr" rotWithShape="0">
        <a:srgbClr val="0AFFFF">
          <a:alpha val="43000"/>
        </a:srgbClr>
      </a:outerShdw>
    </a:effectLst>
  </dgm:bg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3834F8-CAB4-4210-BC8A-DF9973194E15}" type="doc">
      <dgm:prSet loTypeId="urn:microsoft.com/office/officeart/2005/8/layout/hProcess7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7FCB0D3-AE6F-47B5-8735-856125511A19}">
      <dgm:prSet phldrT="[Text]"/>
      <dgm:spPr>
        <a:solidFill>
          <a:srgbClr val="00BEC0"/>
        </a:solidFill>
      </dgm:spPr>
      <dgm:t>
        <a:bodyPr/>
        <a:lstStyle/>
        <a:p>
          <a:pPr algn="r" rtl="0"/>
          <a:r>
            <a:rPr lang="en-US">
              <a:solidFill>
                <a:schemeClr val="bg1"/>
              </a:solidFill>
              <a:latin typeface="Century Gothic" panose="020B0502020202020204"/>
            </a:rPr>
            <a:t>What Changed </a:t>
          </a:r>
          <a:endParaRPr lang="en-US" dirty="0">
            <a:solidFill>
              <a:schemeClr val="bg1"/>
            </a:solidFill>
          </a:endParaRPr>
        </a:p>
      </dgm:t>
    </dgm:pt>
    <dgm:pt modelId="{539780E6-1AAC-4C2E-BE59-1FB03E52A29B}" type="parTrans" cxnId="{59C9B34F-3B80-4534-8DBB-62DF475E4A4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4B6E7D4-D16B-4805-9468-37B7712A9CE4}" type="sibTrans" cxnId="{59C9B34F-3B80-4534-8DBB-62DF475E4A4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2AFF35F-9011-4C70-99B3-771E1F909BBD}">
      <dgm:prSet phldrT="[Text]" phldr="0"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Time constraints restricted us.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Out of scope.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</a:rPr>
            <a:t>Overhauled UI for use ability.</a:t>
          </a:r>
        </a:p>
        <a:p>
          <a:pPr rtl="0"/>
          <a:endParaRPr lang="en-US">
            <a:solidFill>
              <a:schemeClr val="bg1"/>
            </a:solidFill>
          </a:endParaRPr>
        </a:p>
        <a:p>
          <a:pPr rtl="0"/>
          <a:r>
            <a:rPr lang="en-US">
              <a:solidFill>
                <a:schemeClr val="bg1"/>
              </a:solidFill>
            </a:rPr>
            <a:t>Direct connections.</a:t>
          </a:r>
        </a:p>
        <a:p>
          <a:pPr rtl="0"/>
          <a:endParaRPr lang="en-US">
            <a:solidFill>
              <a:schemeClr val="bg1"/>
            </a:solidFill>
          </a:endParaRPr>
        </a:p>
        <a:p>
          <a:pPr rtl="0"/>
          <a:r>
            <a:rPr lang="en-US">
              <a:solidFill>
                <a:schemeClr val="bg1"/>
              </a:solidFill>
            </a:rPr>
            <a:t>Updated data base.</a:t>
          </a:r>
          <a:endParaRPr lang="en-US" dirty="0">
            <a:solidFill>
              <a:schemeClr val="bg1"/>
            </a:solidFill>
          </a:endParaRPr>
        </a:p>
      </dgm:t>
    </dgm:pt>
    <dgm:pt modelId="{1BA8C389-C06D-48BE-B806-8F2BFB5184CA}" type="parTrans" cxnId="{26574E21-CA5B-4FE1-BAB7-7510CFD77C7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8A334C3-6F70-4178-B506-A91885DDE6C6}" type="sibTrans" cxnId="{26574E21-CA5B-4FE1-BAB7-7510CFD77C7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AB31A67-CD9C-401C-9BC2-E4099FF07DB1}">
      <dgm:prSet phldrT="[Text]" phldr="0"/>
      <dgm:spPr>
        <a:solidFill>
          <a:srgbClr val="00BEC0"/>
        </a:solidFill>
      </dgm:spPr>
      <dgm:t>
        <a:bodyPr/>
        <a:lstStyle/>
        <a:p>
          <a:pPr algn="r" rtl="0"/>
          <a:r>
            <a:rPr lang="en-US" sz="1800">
              <a:solidFill>
                <a:schemeClr val="bg1"/>
              </a:solidFill>
              <a:latin typeface="Century Gothic" panose="020B0502020202020204"/>
            </a:rPr>
            <a:t>Where we are </a:t>
          </a:r>
          <a:endParaRPr lang="en-US" sz="1800" dirty="0">
            <a:solidFill>
              <a:schemeClr val="bg1"/>
            </a:solidFill>
          </a:endParaRPr>
        </a:p>
      </dgm:t>
    </dgm:pt>
    <dgm:pt modelId="{F5F887FB-995A-4030-A619-AB73E8E68BF6}" type="parTrans" cxnId="{D39D6A1F-B1A3-48B5-8052-0DB4EA6F5BA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EB98C35-3067-483A-998D-B6AAB2E62E5B}" type="sibTrans" cxnId="{D39D6A1F-B1A3-48B5-8052-0DB4EA6F5BA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330208A-3283-426A-BFF1-12FA22824675}">
      <dgm:prSet phldrT="[Text]" phldr="0"/>
      <dgm:spPr/>
      <dgm:t>
        <a:bodyPr/>
        <a:lstStyle/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No encryption of posted messages.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No store.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Full Direct messaging and posting capabilities.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Full contract page.</a:t>
          </a:r>
        </a:p>
        <a:p>
          <a:pPr rtl="0"/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 rtl="0"/>
          <a:r>
            <a:rPr lang="en-US">
              <a:solidFill>
                <a:schemeClr val="bg1"/>
              </a:solidFill>
              <a:latin typeface="Century Gothic" panose="020B0502020202020204"/>
            </a:rPr>
            <a:t>Secure connectivity.</a:t>
          </a:r>
        </a:p>
        <a:p>
          <a:pPr rtl="0"/>
          <a:endParaRPr lang="en-US" dirty="0">
            <a:solidFill>
              <a:schemeClr val="bg1"/>
            </a:solidFill>
            <a:latin typeface="Century Gothic" panose="020B0502020202020204"/>
          </a:endParaRPr>
        </a:p>
      </dgm:t>
    </dgm:pt>
    <dgm:pt modelId="{96B74289-CEFA-4949-915D-28C276DABFC6}" type="parTrans" cxnId="{D972DF6F-49C9-4E87-A857-3C8A8A0C317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5D72230-A037-4C68-9348-2BA392459A2C}" type="sibTrans" cxnId="{D972DF6F-49C9-4E87-A857-3C8A8A0C317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0C80087-C6EB-47F7-95B0-AD84850B26D3}">
      <dgm:prSet phldr="0"/>
      <dgm:spPr>
        <a:solidFill>
          <a:srgbClr val="00BEC0"/>
        </a:solidFill>
      </dgm:spPr>
      <dgm:t>
        <a:bodyPr/>
        <a:lstStyle/>
        <a:p>
          <a:pPr algn="r" rtl="0"/>
          <a:r>
            <a:rPr lang="en-US">
              <a:solidFill>
                <a:schemeClr val="bg1"/>
              </a:solidFill>
              <a:latin typeface="Century Gothic" panose="020B0502020202020204"/>
            </a:rPr>
            <a:t>Original</a:t>
          </a:r>
          <a:endParaRPr lang="en-US" dirty="0">
            <a:solidFill>
              <a:schemeClr val="bg1"/>
            </a:solidFill>
            <a:latin typeface="Century Gothic" panose="020B0502020202020204"/>
          </a:endParaRPr>
        </a:p>
      </dgm:t>
    </dgm:pt>
    <dgm:pt modelId="{E88F4609-C55B-467B-A71A-AF2B3FA6AB12}" type="parTrans" cxnId="{A76FB309-847D-4FDE-A687-BC29D628545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3F0FB46-0335-4F61-A005-2DEB031E4435}" type="sibTrans" cxnId="{A76FB309-847D-4FDE-A687-BC29D628545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EC7E8ED-04E0-48E0-8CFE-82F4731C14EB}">
      <dgm:prSet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bg1"/>
              </a:solidFill>
              <a:latin typeface="Century Gothic" panose="020B0502020202020204"/>
            </a:rPr>
            <a:t>Encrypt Messages on Site.</a:t>
          </a:r>
        </a:p>
        <a:p>
          <a:pPr>
            <a:buFont typeface="Arial" panose="020B0604020202020204" pitchFamily="34" charset="0"/>
            <a:buChar char="•"/>
          </a:pPr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bg1"/>
              </a:solidFill>
              <a:latin typeface="Century Gothic" panose="020B0502020202020204"/>
            </a:rPr>
            <a:t>Gadget Store.</a:t>
          </a:r>
        </a:p>
        <a:p>
          <a:pPr>
            <a:buFont typeface="Arial" panose="020B0604020202020204" pitchFamily="34" charset="0"/>
            <a:buChar char="•"/>
          </a:pPr>
          <a:endParaRPr lang="en-US">
            <a:solidFill>
              <a:schemeClr val="bg1"/>
            </a:solidFill>
            <a:latin typeface="Century Gothic" panose="020B0502020202020204"/>
          </a:endParaRPr>
        </a:p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bg1"/>
              </a:solidFill>
              <a:latin typeface="Century Gothic" panose="020B0502020202020204"/>
            </a:rPr>
            <a:t>Connect spies. </a:t>
          </a:r>
        </a:p>
        <a:p>
          <a:pPr>
            <a:buNone/>
          </a:pP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Contract Spies. </a:t>
          </a:r>
        </a:p>
        <a:p>
          <a:pPr>
            <a:buNone/>
          </a:pPr>
          <a:endParaRPr lang="en-US">
            <a:solidFill>
              <a:schemeClr val="bg1"/>
            </a:solidFill>
          </a:endParaRPr>
        </a:p>
        <a:p>
          <a:pPr>
            <a:buNone/>
          </a:pPr>
          <a:r>
            <a:rPr lang="en-US">
              <a:solidFill>
                <a:schemeClr val="bg1"/>
              </a:solidFill>
            </a:rPr>
            <a:t>Security.</a:t>
          </a:r>
          <a:endParaRPr lang="en-US" dirty="0">
            <a:solidFill>
              <a:schemeClr val="bg1"/>
            </a:solidFill>
          </a:endParaRPr>
        </a:p>
      </dgm:t>
    </dgm:pt>
    <dgm:pt modelId="{105887BE-ABEF-49CB-BE67-8DF759E2C179}" type="parTrans" cxnId="{777959F0-8CB4-4CE9-8C74-BD95EF9B91E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99CB09-B7E5-4740-A796-547268694B37}" type="sibTrans" cxnId="{777959F0-8CB4-4CE9-8C74-BD95EF9B91E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64FA7E8-4058-4826-A4E0-C034012180D1}" type="pres">
      <dgm:prSet presAssocID="{E43834F8-CAB4-4210-BC8A-DF9973194E15}" presName="Name0" presStyleCnt="0">
        <dgm:presLayoutVars>
          <dgm:dir/>
          <dgm:animLvl val="lvl"/>
          <dgm:resizeHandles val="exact"/>
        </dgm:presLayoutVars>
      </dgm:prSet>
      <dgm:spPr/>
    </dgm:pt>
    <dgm:pt modelId="{20B40430-43F7-4D2C-846D-55C6ADE3C8D1}" type="pres">
      <dgm:prSet presAssocID="{E0C80087-C6EB-47F7-95B0-AD84850B26D3}" presName="compositeNode" presStyleCnt="0">
        <dgm:presLayoutVars>
          <dgm:bulletEnabled val="1"/>
        </dgm:presLayoutVars>
      </dgm:prSet>
      <dgm:spPr/>
    </dgm:pt>
    <dgm:pt modelId="{DAD4B301-C586-429C-AE6F-A257720AB22E}" type="pres">
      <dgm:prSet presAssocID="{E0C80087-C6EB-47F7-95B0-AD84850B26D3}" presName="bgRect" presStyleLbl="node1" presStyleIdx="0" presStyleCnt="3" custScaleY="100000" custLinFactNeighborY="0"/>
      <dgm:spPr/>
    </dgm:pt>
    <dgm:pt modelId="{44BBC4D7-F206-4B67-861B-627DF2B88F28}" type="pres">
      <dgm:prSet presAssocID="{E0C80087-C6EB-47F7-95B0-AD84850B26D3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673436BC-78DD-4D2B-A12B-4737B7C4DE87}" type="pres">
      <dgm:prSet presAssocID="{E0C80087-C6EB-47F7-95B0-AD84850B26D3}" presName="childNode" presStyleLbl="node1" presStyleIdx="0" presStyleCnt="3">
        <dgm:presLayoutVars>
          <dgm:bulletEnabled val="1"/>
        </dgm:presLayoutVars>
      </dgm:prSet>
      <dgm:spPr/>
    </dgm:pt>
    <dgm:pt modelId="{663FC955-55A5-4956-B965-239AFE52D7C4}" type="pres">
      <dgm:prSet presAssocID="{13F0FB46-0335-4F61-A005-2DEB031E4435}" presName="hSp" presStyleCnt="0"/>
      <dgm:spPr/>
    </dgm:pt>
    <dgm:pt modelId="{4C0D709C-96AD-4A52-9F34-A30301386B32}" type="pres">
      <dgm:prSet presAssocID="{13F0FB46-0335-4F61-A005-2DEB031E4435}" presName="vProcSp" presStyleCnt="0"/>
      <dgm:spPr/>
    </dgm:pt>
    <dgm:pt modelId="{7232ED77-117D-4464-8166-13D9A42D056C}" type="pres">
      <dgm:prSet presAssocID="{13F0FB46-0335-4F61-A005-2DEB031E4435}" presName="vSp1" presStyleCnt="0"/>
      <dgm:spPr/>
    </dgm:pt>
    <dgm:pt modelId="{2808DA56-A672-493C-8690-77B21347EF68}" type="pres">
      <dgm:prSet presAssocID="{13F0FB46-0335-4F61-A005-2DEB031E4435}" presName="simulatedConn" presStyleLbl="solidFgAcc1" presStyleIdx="0" presStyleCnt="2"/>
      <dgm:spPr/>
    </dgm:pt>
    <dgm:pt modelId="{393F0492-0E50-4A2B-A169-2429F4B2902F}" type="pres">
      <dgm:prSet presAssocID="{13F0FB46-0335-4F61-A005-2DEB031E4435}" presName="vSp2" presStyleCnt="0"/>
      <dgm:spPr/>
    </dgm:pt>
    <dgm:pt modelId="{CB16317A-04F5-41A7-9ADC-673333574839}" type="pres">
      <dgm:prSet presAssocID="{13F0FB46-0335-4F61-A005-2DEB031E4435}" presName="sibTrans" presStyleCnt="0"/>
      <dgm:spPr/>
    </dgm:pt>
    <dgm:pt modelId="{38D167CC-ED96-44F3-96D8-868CB88B36BC}" type="pres">
      <dgm:prSet presAssocID="{97FCB0D3-AE6F-47B5-8735-856125511A19}" presName="compositeNode" presStyleCnt="0">
        <dgm:presLayoutVars>
          <dgm:bulletEnabled val="1"/>
        </dgm:presLayoutVars>
      </dgm:prSet>
      <dgm:spPr/>
    </dgm:pt>
    <dgm:pt modelId="{C18106B7-02B6-4815-8CD7-DCB61988DFE1}" type="pres">
      <dgm:prSet presAssocID="{97FCB0D3-AE6F-47B5-8735-856125511A19}" presName="bgRect" presStyleLbl="node1" presStyleIdx="1" presStyleCnt="3"/>
      <dgm:spPr/>
    </dgm:pt>
    <dgm:pt modelId="{5E6D7F4A-7C69-414A-91C6-72D8225AACEC}" type="pres">
      <dgm:prSet presAssocID="{97FCB0D3-AE6F-47B5-8735-856125511A19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9218C88F-44DA-44CC-AF69-61B81DDBEBCE}" type="pres">
      <dgm:prSet presAssocID="{97FCB0D3-AE6F-47B5-8735-856125511A19}" presName="childNode" presStyleLbl="node1" presStyleIdx="1" presStyleCnt="3">
        <dgm:presLayoutVars>
          <dgm:bulletEnabled val="1"/>
        </dgm:presLayoutVars>
      </dgm:prSet>
      <dgm:spPr/>
    </dgm:pt>
    <dgm:pt modelId="{FE681455-4966-4388-BA3F-9DB7C09F8098}" type="pres">
      <dgm:prSet presAssocID="{C4B6E7D4-D16B-4805-9468-37B7712A9CE4}" presName="hSp" presStyleCnt="0"/>
      <dgm:spPr/>
    </dgm:pt>
    <dgm:pt modelId="{0F1ED062-6D65-4BFD-8078-71E3AD9754D6}" type="pres">
      <dgm:prSet presAssocID="{C4B6E7D4-D16B-4805-9468-37B7712A9CE4}" presName="vProcSp" presStyleCnt="0"/>
      <dgm:spPr/>
    </dgm:pt>
    <dgm:pt modelId="{E55C6426-709E-4D34-8731-A8920986E564}" type="pres">
      <dgm:prSet presAssocID="{C4B6E7D4-D16B-4805-9468-37B7712A9CE4}" presName="vSp1" presStyleCnt="0"/>
      <dgm:spPr/>
    </dgm:pt>
    <dgm:pt modelId="{5912981D-AB6E-4C0F-A5C1-EC02EE8A8B2F}" type="pres">
      <dgm:prSet presAssocID="{C4B6E7D4-D16B-4805-9468-37B7712A9CE4}" presName="simulatedConn" presStyleLbl="solidFgAcc1" presStyleIdx="1" presStyleCnt="2"/>
      <dgm:spPr/>
    </dgm:pt>
    <dgm:pt modelId="{8F4CDD11-44D5-4195-97BE-5B4B81565249}" type="pres">
      <dgm:prSet presAssocID="{C4B6E7D4-D16B-4805-9468-37B7712A9CE4}" presName="vSp2" presStyleCnt="0"/>
      <dgm:spPr/>
    </dgm:pt>
    <dgm:pt modelId="{F296CD63-0A59-48C3-AE63-4C753A146CBD}" type="pres">
      <dgm:prSet presAssocID="{C4B6E7D4-D16B-4805-9468-37B7712A9CE4}" presName="sibTrans" presStyleCnt="0"/>
      <dgm:spPr/>
    </dgm:pt>
    <dgm:pt modelId="{77CC9776-A900-467F-8279-A6B943648411}" type="pres">
      <dgm:prSet presAssocID="{8AB31A67-CD9C-401C-9BC2-E4099FF07DB1}" presName="compositeNode" presStyleCnt="0">
        <dgm:presLayoutVars>
          <dgm:bulletEnabled val="1"/>
        </dgm:presLayoutVars>
      </dgm:prSet>
      <dgm:spPr/>
    </dgm:pt>
    <dgm:pt modelId="{D2280B4E-9B94-4B6B-BE67-E71C981E14FA}" type="pres">
      <dgm:prSet presAssocID="{8AB31A67-CD9C-401C-9BC2-E4099FF07DB1}" presName="bgRect" presStyleLbl="node1" presStyleIdx="2" presStyleCnt="3"/>
      <dgm:spPr/>
    </dgm:pt>
    <dgm:pt modelId="{F287A372-6CEF-4354-BAE2-FF4FCF6CA2F7}" type="pres">
      <dgm:prSet presAssocID="{8AB31A67-CD9C-401C-9BC2-E4099FF07DB1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529742C-FE1A-40B6-9DAD-90D0A7E6A187}" type="pres">
      <dgm:prSet presAssocID="{8AB31A67-CD9C-401C-9BC2-E4099FF07DB1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A76FB309-847D-4FDE-A687-BC29D6285453}" srcId="{E43834F8-CAB4-4210-BC8A-DF9973194E15}" destId="{E0C80087-C6EB-47F7-95B0-AD84850B26D3}" srcOrd="0" destOrd="0" parTransId="{E88F4609-C55B-467B-A71A-AF2B3FA6AB12}" sibTransId="{13F0FB46-0335-4F61-A005-2DEB031E4435}"/>
    <dgm:cxn modelId="{D39D6A1F-B1A3-48B5-8052-0DB4EA6F5BAB}" srcId="{E43834F8-CAB4-4210-BC8A-DF9973194E15}" destId="{8AB31A67-CD9C-401C-9BC2-E4099FF07DB1}" srcOrd="2" destOrd="0" parTransId="{F5F887FB-995A-4030-A619-AB73E8E68BF6}" sibTransId="{8EB98C35-3067-483A-998D-B6AAB2E62E5B}"/>
    <dgm:cxn modelId="{C4E50A21-BA0D-4331-BB34-B24174BC1CA6}" type="presOf" srcId="{02AFF35F-9011-4C70-99B3-771E1F909BBD}" destId="{9218C88F-44DA-44CC-AF69-61B81DDBEBCE}" srcOrd="0" destOrd="0" presId="urn:microsoft.com/office/officeart/2005/8/layout/hProcess7"/>
    <dgm:cxn modelId="{26574E21-CA5B-4FE1-BAB7-7510CFD77C7E}" srcId="{97FCB0D3-AE6F-47B5-8735-856125511A19}" destId="{02AFF35F-9011-4C70-99B3-771E1F909BBD}" srcOrd="0" destOrd="0" parTransId="{1BA8C389-C06D-48BE-B806-8F2BFB5184CA}" sibTransId="{58A334C3-6F70-4178-B506-A91885DDE6C6}"/>
    <dgm:cxn modelId="{59C9B34F-3B80-4534-8DBB-62DF475E4A43}" srcId="{E43834F8-CAB4-4210-BC8A-DF9973194E15}" destId="{97FCB0D3-AE6F-47B5-8735-856125511A19}" srcOrd="1" destOrd="0" parTransId="{539780E6-1AAC-4C2E-BE59-1FB03E52A29B}" sibTransId="{C4B6E7D4-D16B-4805-9468-37B7712A9CE4}"/>
    <dgm:cxn modelId="{D972DF6F-49C9-4E87-A857-3C8A8A0C3176}" srcId="{8AB31A67-CD9C-401C-9BC2-E4099FF07DB1}" destId="{1330208A-3283-426A-BFF1-12FA22824675}" srcOrd="0" destOrd="0" parTransId="{96B74289-CEFA-4949-915D-28C276DABFC6}" sibTransId="{95D72230-A037-4C68-9348-2BA392459A2C}"/>
    <dgm:cxn modelId="{AADBA38E-6C98-427D-8098-6604463FCBB1}" type="presOf" srcId="{E0C80087-C6EB-47F7-95B0-AD84850B26D3}" destId="{44BBC4D7-F206-4B67-861B-627DF2B88F28}" srcOrd="1" destOrd="0" presId="urn:microsoft.com/office/officeart/2005/8/layout/hProcess7"/>
    <dgm:cxn modelId="{11A84AA8-6393-4569-B91B-20489651C1B7}" type="presOf" srcId="{2EC7E8ED-04E0-48E0-8CFE-82F4731C14EB}" destId="{673436BC-78DD-4D2B-A12B-4737B7C4DE87}" srcOrd="0" destOrd="0" presId="urn:microsoft.com/office/officeart/2005/8/layout/hProcess7"/>
    <dgm:cxn modelId="{3F1780BF-DBB9-447A-BA8F-40877D473CD3}" type="presOf" srcId="{97FCB0D3-AE6F-47B5-8735-856125511A19}" destId="{5E6D7F4A-7C69-414A-91C6-72D8225AACEC}" srcOrd="1" destOrd="0" presId="urn:microsoft.com/office/officeart/2005/8/layout/hProcess7"/>
    <dgm:cxn modelId="{0874A8BF-3563-4C25-8F1E-EB82E94505F0}" type="presOf" srcId="{E43834F8-CAB4-4210-BC8A-DF9973194E15}" destId="{164FA7E8-4058-4826-A4E0-C034012180D1}" srcOrd="0" destOrd="0" presId="urn:microsoft.com/office/officeart/2005/8/layout/hProcess7"/>
    <dgm:cxn modelId="{287590CB-741D-4D13-8523-F13EE3693465}" type="presOf" srcId="{8AB31A67-CD9C-401C-9BC2-E4099FF07DB1}" destId="{F287A372-6CEF-4354-BAE2-FF4FCF6CA2F7}" srcOrd="1" destOrd="0" presId="urn:microsoft.com/office/officeart/2005/8/layout/hProcess7"/>
    <dgm:cxn modelId="{895AA7D5-3635-446F-881B-BDA2D21A788D}" type="presOf" srcId="{97FCB0D3-AE6F-47B5-8735-856125511A19}" destId="{C18106B7-02B6-4815-8CD7-DCB61988DFE1}" srcOrd="0" destOrd="0" presId="urn:microsoft.com/office/officeart/2005/8/layout/hProcess7"/>
    <dgm:cxn modelId="{E94804D6-0D5C-4125-9AA8-BE3968573B81}" type="presOf" srcId="{8AB31A67-CD9C-401C-9BC2-E4099FF07DB1}" destId="{D2280B4E-9B94-4B6B-BE67-E71C981E14FA}" srcOrd="0" destOrd="0" presId="urn:microsoft.com/office/officeart/2005/8/layout/hProcess7"/>
    <dgm:cxn modelId="{777959F0-8CB4-4CE9-8C74-BD95EF9B91E0}" srcId="{E0C80087-C6EB-47F7-95B0-AD84850B26D3}" destId="{2EC7E8ED-04E0-48E0-8CFE-82F4731C14EB}" srcOrd="0" destOrd="0" parTransId="{105887BE-ABEF-49CB-BE67-8DF759E2C179}" sibTransId="{8F99CB09-B7E5-4740-A796-547268694B37}"/>
    <dgm:cxn modelId="{36541EF2-46E8-4300-8896-BCEC975A4AFC}" type="presOf" srcId="{1330208A-3283-426A-BFF1-12FA22824675}" destId="{0529742C-FE1A-40B6-9DAD-90D0A7E6A187}" srcOrd="0" destOrd="0" presId="urn:microsoft.com/office/officeart/2005/8/layout/hProcess7"/>
    <dgm:cxn modelId="{CC99C8FB-03F6-474D-831A-F29DFC2C0DF2}" type="presOf" srcId="{E0C80087-C6EB-47F7-95B0-AD84850B26D3}" destId="{DAD4B301-C586-429C-AE6F-A257720AB22E}" srcOrd="0" destOrd="0" presId="urn:microsoft.com/office/officeart/2005/8/layout/hProcess7"/>
    <dgm:cxn modelId="{8D356CFB-D9B8-4B87-B8B4-F60268BD6A0A}" type="presParOf" srcId="{164FA7E8-4058-4826-A4E0-C034012180D1}" destId="{20B40430-43F7-4D2C-846D-55C6ADE3C8D1}" srcOrd="0" destOrd="0" presId="urn:microsoft.com/office/officeart/2005/8/layout/hProcess7"/>
    <dgm:cxn modelId="{7DCF10E4-F5A5-4F34-87F1-BC0416D74FA2}" type="presParOf" srcId="{20B40430-43F7-4D2C-846D-55C6ADE3C8D1}" destId="{DAD4B301-C586-429C-AE6F-A257720AB22E}" srcOrd="0" destOrd="0" presId="urn:microsoft.com/office/officeart/2005/8/layout/hProcess7"/>
    <dgm:cxn modelId="{0DFB9BEE-EAE4-4025-9A64-5B81B8A0C721}" type="presParOf" srcId="{20B40430-43F7-4D2C-846D-55C6ADE3C8D1}" destId="{44BBC4D7-F206-4B67-861B-627DF2B88F28}" srcOrd="1" destOrd="0" presId="urn:microsoft.com/office/officeart/2005/8/layout/hProcess7"/>
    <dgm:cxn modelId="{FA3C7551-72D7-4DF2-9D26-57F75406A03B}" type="presParOf" srcId="{20B40430-43F7-4D2C-846D-55C6ADE3C8D1}" destId="{673436BC-78DD-4D2B-A12B-4737B7C4DE87}" srcOrd="2" destOrd="0" presId="urn:microsoft.com/office/officeart/2005/8/layout/hProcess7"/>
    <dgm:cxn modelId="{22EC9192-0738-4C56-B029-2FE3FFC572C5}" type="presParOf" srcId="{164FA7E8-4058-4826-A4E0-C034012180D1}" destId="{663FC955-55A5-4956-B965-239AFE52D7C4}" srcOrd="1" destOrd="0" presId="urn:microsoft.com/office/officeart/2005/8/layout/hProcess7"/>
    <dgm:cxn modelId="{1EE71295-E0D2-4B32-84DA-F5128E3917AA}" type="presParOf" srcId="{164FA7E8-4058-4826-A4E0-C034012180D1}" destId="{4C0D709C-96AD-4A52-9F34-A30301386B32}" srcOrd="2" destOrd="0" presId="urn:microsoft.com/office/officeart/2005/8/layout/hProcess7"/>
    <dgm:cxn modelId="{1FEF026F-B335-4EEB-880C-5E4E3CE51CA5}" type="presParOf" srcId="{4C0D709C-96AD-4A52-9F34-A30301386B32}" destId="{7232ED77-117D-4464-8166-13D9A42D056C}" srcOrd="0" destOrd="0" presId="urn:microsoft.com/office/officeart/2005/8/layout/hProcess7"/>
    <dgm:cxn modelId="{055FBAC1-44CA-4733-853D-00363363AF98}" type="presParOf" srcId="{4C0D709C-96AD-4A52-9F34-A30301386B32}" destId="{2808DA56-A672-493C-8690-77B21347EF68}" srcOrd="1" destOrd="0" presId="urn:microsoft.com/office/officeart/2005/8/layout/hProcess7"/>
    <dgm:cxn modelId="{23CE635B-4436-4F77-B3A5-7D071CA163C5}" type="presParOf" srcId="{4C0D709C-96AD-4A52-9F34-A30301386B32}" destId="{393F0492-0E50-4A2B-A169-2429F4B2902F}" srcOrd="2" destOrd="0" presId="urn:microsoft.com/office/officeart/2005/8/layout/hProcess7"/>
    <dgm:cxn modelId="{6BEDD804-96EC-4615-AEE1-E0E516D6743A}" type="presParOf" srcId="{164FA7E8-4058-4826-A4E0-C034012180D1}" destId="{CB16317A-04F5-41A7-9ADC-673333574839}" srcOrd="3" destOrd="0" presId="urn:microsoft.com/office/officeart/2005/8/layout/hProcess7"/>
    <dgm:cxn modelId="{243E5EE7-D47B-4318-8C60-14F9C54676D1}" type="presParOf" srcId="{164FA7E8-4058-4826-A4E0-C034012180D1}" destId="{38D167CC-ED96-44F3-96D8-868CB88B36BC}" srcOrd="4" destOrd="0" presId="urn:microsoft.com/office/officeart/2005/8/layout/hProcess7"/>
    <dgm:cxn modelId="{C3E4B3AA-6354-4145-8E8D-8FDA4AEE201F}" type="presParOf" srcId="{38D167CC-ED96-44F3-96D8-868CB88B36BC}" destId="{C18106B7-02B6-4815-8CD7-DCB61988DFE1}" srcOrd="0" destOrd="0" presId="urn:microsoft.com/office/officeart/2005/8/layout/hProcess7"/>
    <dgm:cxn modelId="{2FC60936-79B5-4C24-9278-7AF852097471}" type="presParOf" srcId="{38D167CC-ED96-44F3-96D8-868CB88B36BC}" destId="{5E6D7F4A-7C69-414A-91C6-72D8225AACEC}" srcOrd="1" destOrd="0" presId="urn:microsoft.com/office/officeart/2005/8/layout/hProcess7"/>
    <dgm:cxn modelId="{8D1B2938-1E56-440B-B359-FEE2A61795A2}" type="presParOf" srcId="{38D167CC-ED96-44F3-96D8-868CB88B36BC}" destId="{9218C88F-44DA-44CC-AF69-61B81DDBEBCE}" srcOrd="2" destOrd="0" presId="urn:microsoft.com/office/officeart/2005/8/layout/hProcess7"/>
    <dgm:cxn modelId="{1AB4F6C0-DA08-4D81-8D8A-E059F7E301BB}" type="presParOf" srcId="{164FA7E8-4058-4826-A4E0-C034012180D1}" destId="{FE681455-4966-4388-BA3F-9DB7C09F8098}" srcOrd="5" destOrd="0" presId="urn:microsoft.com/office/officeart/2005/8/layout/hProcess7"/>
    <dgm:cxn modelId="{193F8FE7-9C40-495D-AE5A-52A3A363D18B}" type="presParOf" srcId="{164FA7E8-4058-4826-A4E0-C034012180D1}" destId="{0F1ED062-6D65-4BFD-8078-71E3AD9754D6}" srcOrd="6" destOrd="0" presId="urn:microsoft.com/office/officeart/2005/8/layout/hProcess7"/>
    <dgm:cxn modelId="{11379CAE-9098-4344-9B97-0EB3CDAB9304}" type="presParOf" srcId="{0F1ED062-6D65-4BFD-8078-71E3AD9754D6}" destId="{E55C6426-709E-4D34-8731-A8920986E564}" srcOrd="0" destOrd="0" presId="urn:microsoft.com/office/officeart/2005/8/layout/hProcess7"/>
    <dgm:cxn modelId="{19F4330C-3E52-4A3D-8E9B-B127B91B6CC7}" type="presParOf" srcId="{0F1ED062-6D65-4BFD-8078-71E3AD9754D6}" destId="{5912981D-AB6E-4C0F-A5C1-EC02EE8A8B2F}" srcOrd="1" destOrd="0" presId="urn:microsoft.com/office/officeart/2005/8/layout/hProcess7"/>
    <dgm:cxn modelId="{23E0BB20-72AB-44DA-A92E-B227DCC987E1}" type="presParOf" srcId="{0F1ED062-6D65-4BFD-8078-71E3AD9754D6}" destId="{8F4CDD11-44D5-4195-97BE-5B4B81565249}" srcOrd="2" destOrd="0" presId="urn:microsoft.com/office/officeart/2005/8/layout/hProcess7"/>
    <dgm:cxn modelId="{46B4B979-8DF2-43CE-AB55-00040DB5E696}" type="presParOf" srcId="{164FA7E8-4058-4826-A4E0-C034012180D1}" destId="{F296CD63-0A59-48C3-AE63-4C753A146CBD}" srcOrd="7" destOrd="0" presId="urn:microsoft.com/office/officeart/2005/8/layout/hProcess7"/>
    <dgm:cxn modelId="{DF9F5AA2-BB71-4BAE-A738-CB07AB457D14}" type="presParOf" srcId="{164FA7E8-4058-4826-A4E0-C034012180D1}" destId="{77CC9776-A900-467F-8279-A6B943648411}" srcOrd="8" destOrd="0" presId="urn:microsoft.com/office/officeart/2005/8/layout/hProcess7"/>
    <dgm:cxn modelId="{29325264-5851-4EC7-ADEA-E3583C7B1339}" type="presParOf" srcId="{77CC9776-A900-467F-8279-A6B943648411}" destId="{D2280B4E-9B94-4B6B-BE67-E71C981E14FA}" srcOrd="0" destOrd="0" presId="urn:microsoft.com/office/officeart/2005/8/layout/hProcess7"/>
    <dgm:cxn modelId="{5659F434-1D01-477D-938C-F66E6163ECCF}" type="presParOf" srcId="{77CC9776-A900-467F-8279-A6B943648411}" destId="{F287A372-6CEF-4354-BAE2-FF4FCF6CA2F7}" srcOrd="1" destOrd="0" presId="urn:microsoft.com/office/officeart/2005/8/layout/hProcess7"/>
    <dgm:cxn modelId="{DB193CF5-83B0-4035-91F9-40EFAF805CA6}" type="presParOf" srcId="{77CC9776-A900-467F-8279-A6B943648411}" destId="{0529742C-FE1A-40B6-9DAD-90D0A7E6A187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E3C035-294A-4708-AD5A-01848FC1D4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F3097A-A03B-4C56-B176-F40FF2B3C8A8}">
      <dgm:prSet/>
      <dgm:spPr>
        <a:solidFill>
          <a:srgbClr val="00BEC0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2200" b="1">
              <a:solidFill>
                <a:srgbClr val="FFFFFF"/>
              </a:solidFill>
              <a:latin typeface="Aptos"/>
              <a:ea typeface="+mn-ea"/>
              <a:cs typeface="+mn-cs"/>
            </a:rPr>
            <a:t>Contract Listings </a:t>
          </a:r>
          <a:r>
            <a:rPr lang="en-US" sz="2200">
              <a:solidFill>
                <a:srgbClr val="FFFFFF"/>
              </a:solidFill>
              <a:latin typeface="Aptos"/>
              <a:ea typeface="+mn-ea"/>
              <a:cs typeface="+mn-cs"/>
            </a:rPr>
            <a:t>– Users can post and accept spy-related job contracts.</a:t>
          </a:r>
        </a:p>
      </dgm:t>
    </dgm:pt>
    <dgm:pt modelId="{258263B1-5598-48BF-80F0-D9ED48F75D18}" type="parTrans" cxnId="{E498F4A5-2BBD-46FE-81E2-C24A4FA259AE}">
      <dgm:prSet/>
      <dgm:spPr/>
      <dgm:t>
        <a:bodyPr/>
        <a:lstStyle/>
        <a:p>
          <a:endParaRPr lang="en-US"/>
        </a:p>
      </dgm:t>
    </dgm:pt>
    <dgm:pt modelId="{B5DEE0B2-78E9-4E56-A85A-346258F358CB}" type="sibTrans" cxnId="{E498F4A5-2BBD-46FE-81E2-C24A4FA259AE}">
      <dgm:prSet/>
      <dgm:spPr/>
      <dgm:t>
        <a:bodyPr/>
        <a:lstStyle/>
        <a:p>
          <a:endParaRPr lang="en-US"/>
        </a:p>
      </dgm:t>
    </dgm:pt>
    <dgm:pt modelId="{6FBA945C-DE5A-4526-85A2-D307F00DB0A1}">
      <dgm:prSet/>
      <dgm:spPr>
        <a:solidFill>
          <a:srgbClr val="00BEC0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22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Direct Messaging</a:t>
          </a:r>
          <a:r>
            <a:rPr lang="en-US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– Secure one-to-one communication between users.</a:t>
          </a:r>
        </a:p>
      </dgm:t>
    </dgm:pt>
    <dgm:pt modelId="{F0A45068-DE9D-45A4-95F0-3B50EA9B5AB5}" type="parTrans" cxnId="{3950C7F8-52DD-4966-A83E-CEA689864917}">
      <dgm:prSet/>
      <dgm:spPr/>
      <dgm:t>
        <a:bodyPr/>
        <a:lstStyle/>
        <a:p>
          <a:endParaRPr lang="en-US"/>
        </a:p>
      </dgm:t>
    </dgm:pt>
    <dgm:pt modelId="{FCB91044-9E45-49CF-9997-2962BCD09B71}" type="sibTrans" cxnId="{3950C7F8-52DD-4966-A83E-CEA689864917}">
      <dgm:prSet/>
      <dgm:spPr/>
      <dgm:t>
        <a:bodyPr/>
        <a:lstStyle/>
        <a:p>
          <a:endParaRPr lang="en-US"/>
        </a:p>
      </dgm:t>
    </dgm:pt>
    <dgm:pt modelId="{65581FE8-58C7-4E3E-9EB4-643723ECF8A0}">
      <dgm:prSet/>
      <dgm:spPr>
        <a:solidFill>
          <a:srgbClr val="00BEC0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2200" b="1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Contact via Listings</a:t>
          </a:r>
          <a:r>
            <a:rPr lang="en-US" sz="2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– Ability to reach out directly to the poster of a contract from the listing.</a:t>
          </a:r>
        </a:p>
      </dgm:t>
    </dgm:pt>
    <dgm:pt modelId="{A28D0EB7-15F0-4B59-BAA9-C2AA0AB84BD1}" type="parTrans" cxnId="{0C4D72A9-7C7B-47F6-A053-2471E4F3903F}">
      <dgm:prSet/>
      <dgm:spPr/>
      <dgm:t>
        <a:bodyPr/>
        <a:lstStyle/>
        <a:p>
          <a:endParaRPr lang="en-US"/>
        </a:p>
      </dgm:t>
    </dgm:pt>
    <dgm:pt modelId="{063E6478-7AEA-4831-92F0-DFC5508FFB45}" type="sibTrans" cxnId="{0C4D72A9-7C7B-47F6-A053-2471E4F3903F}">
      <dgm:prSet/>
      <dgm:spPr/>
      <dgm:t>
        <a:bodyPr/>
        <a:lstStyle/>
        <a:p>
          <a:endParaRPr lang="en-US"/>
        </a:p>
      </dgm:t>
    </dgm:pt>
    <dgm:pt modelId="{6E51C2A3-4EAE-4C91-A3AA-D0F7E5AAF5C0}">
      <dgm:prSet/>
      <dgm:spPr>
        <a:solidFill>
          <a:srgbClr val="00BEC0"/>
        </a:solidFill>
      </dgm:spPr>
      <dgm:t>
        <a:bodyPr/>
        <a:lstStyle/>
        <a:p>
          <a:pPr algn="l">
            <a:lnSpc>
              <a:spcPct val="90000"/>
            </a:lnSpc>
          </a:pPr>
          <a:r>
            <a:rPr lang="en-US" sz="2200" b="1" dirty="0">
              <a:latin typeface="Aptos" panose="02110004020202020204"/>
              <a:ea typeface="+mn-ea"/>
              <a:cs typeface="+mn-cs"/>
            </a:rPr>
            <a:t>Search and Connect</a:t>
          </a:r>
          <a:r>
            <a:rPr lang="en-US" sz="2200" dirty="0">
              <a:latin typeface="Aptos" panose="02110004020202020204"/>
              <a:ea typeface="+mn-ea"/>
              <a:cs typeface="+mn-cs"/>
            </a:rPr>
            <a:t> – Search for spies and initiate conversations based on profile or contract.</a:t>
          </a:r>
        </a:p>
      </dgm:t>
    </dgm:pt>
    <dgm:pt modelId="{6E46B207-F747-4B2A-A545-A0F4CC1247CB}" type="parTrans" cxnId="{167DE847-72E8-4EC4-BE88-28C4F3783854}">
      <dgm:prSet/>
      <dgm:spPr/>
      <dgm:t>
        <a:bodyPr/>
        <a:lstStyle/>
        <a:p>
          <a:endParaRPr lang="en-US"/>
        </a:p>
      </dgm:t>
    </dgm:pt>
    <dgm:pt modelId="{816AB15E-9BEB-4640-A2F9-BA695CF290A5}" type="sibTrans" cxnId="{167DE847-72E8-4EC4-BE88-28C4F3783854}">
      <dgm:prSet/>
      <dgm:spPr/>
      <dgm:t>
        <a:bodyPr/>
        <a:lstStyle/>
        <a:p>
          <a:endParaRPr lang="en-US"/>
        </a:p>
      </dgm:t>
    </dgm:pt>
    <dgm:pt modelId="{5ED057D3-AFDD-BB48-B478-3B953945A1EF}">
      <dgm:prSet/>
      <dgm:spPr>
        <a:solidFill>
          <a:srgbClr val="00BEC0"/>
        </a:solidFill>
      </dgm:spPr>
      <dgm:t>
        <a:bodyPr/>
        <a:lstStyle/>
        <a:p>
          <a:r>
            <a:rPr lang="en-US" b="1" dirty="0"/>
            <a:t>Security</a:t>
          </a:r>
          <a:r>
            <a:rPr lang="en-US" sz="2000" dirty="0"/>
            <a:t> </a:t>
          </a:r>
          <a:r>
            <a:rPr lang="en-US" sz="2000" dirty="0">
              <a:latin typeface="Aptos" panose="020B0004020202020204" pitchFamily="34" charset="0"/>
            </a:rPr>
            <a:t>– </a:t>
          </a:r>
          <a:r>
            <a:rPr lang="en-US" sz="2100" dirty="0">
              <a:latin typeface="Aptos" panose="020B0004020202020204" pitchFamily="34" charset="0"/>
            </a:rPr>
            <a:t>Full user authentication and data security using third-party providers and RLS.</a:t>
          </a:r>
        </a:p>
      </dgm:t>
    </dgm:pt>
    <dgm:pt modelId="{BFE05EC9-82C2-3847-AF84-BBA146D9664E}" type="parTrans" cxnId="{37146411-7AAB-FB4B-AC40-CAFB550CD136}">
      <dgm:prSet/>
      <dgm:spPr/>
      <dgm:t>
        <a:bodyPr/>
        <a:lstStyle/>
        <a:p>
          <a:endParaRPr lang="en-US"/>
        </a:p>
      </dgm:t>
    </dgm:pt>
    <dgm:pt modelId="{A5A20B98-23DB-124E-B05A-B2548C274FAE}" type="sibTrans" cxnId="{37146411-7AAB-FB4B-AC40-CAFB550CD136}">
      <dgm:prSet/>
      <dgm:spPr/>
      <dgm:t>
        <a:bodyPr/>
        <a:lstStyle/>
        <a:p>
          <a:endParaRPr lang="en-US"/>
        </a:p>
      </dgm:t>
    </dgm:pt>
    <dgm:pt modelId="{CF5B9BFE-1334-AA42-99F0-A1ABE7A259D6}" type="pres">
      <dgm:prSet presAssocID="{ACE3C035-294A-4708-AD5A-01848FC1D442}" presName="linear" presStyleCnt="0">
        <dgm:presLayoutVars>
          <dgm:animLvl val="lvl"/>
          <dgm:resizeHandles val="exact"/>
        </dgm:presLayoutVars>
      </dgm:prSet>
      <dgm:spPr/>
    </dgm:pt>
    <dgm:pt modelId="{D0339DF2-2CB3-A747-87CD-0C655150A72E}" type="pres">
      <dgm:prSet presAssocID="{5ED057D3-AFDD-BB48-B478-3B953945A1E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B410038-46B1-7F4A-A00D-F788518071C0}" type="pres">
      <dgm:prSet presAssocID="{A5A20B98-23DB-124E-B05A-B2548C274FAE}" presName="spacer" presStyleCnt="0"/>
      <dgm:spPr/>
    </dgm:pt>
    <dgm:pt modelId="{4626B676-1182-7240-B60D-7D5D6978413C}" type="pres">
      <dgm:prSet presAssocID="{E1F3097A-A03B-4C56-B176-F40FF2B3C8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3E66755-330A-354A-B763-05956972B5C1}" type="pres">
      <dgm:prSet presAssocID="{B5DEE0B2-78E9-4E56-A85A-346258F358CB}" presName="spacer" presStyleCnt="0"/>
      <dgm:spPr/>
    </dgm:pt>
    <dgm:pt modelId="{67071B65-0CB8-CE43-BACE-D4AEC69A7EE5}" type="pres">
      <dgm:prSet presAssocID="{6FBA945C-DE5A-4526-85A2-D307F00DB0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2C922FB-3716-B041-AEF0-7FB77A3B0D3C}" type="pres">
      <dgm:prSet presAssocID="{FCB91044-9E45-49CF-9997-2962BCD09B71}" presName="spacer" presStyleCnt="0"/>
      <dgm:spPr/>
    </dgm:pt>
    <dgm:pt modelId="{6D9CC60B-70AD-E446-802E-9B2E99BC6D75}" type="pres">
      <dgm:prSet presAssocID="{65581FE8-58C7-4E3E-9EB4-643723ECF8A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4D3B68-5C03-6149-B698-86B4B0139575}" type="pres">
      <dgm:prSet presAssocID="{063E6478-7AEA-4831-92F0-DFC5508FFB45}" presName="spacer" presStyleCnt="0"/>
      <dgm:spPr/>
    </dgm:pt>
    <dgm:pt modelId="{211BB175-87E6-1046-83BB-C15A16A3480F}" type="pres">
      <dgm:prSet presAssocID="{6E51C2A3-4EAE-4C91-A3AA-D0F7E5AAF5C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7146411-7AAB-FB4B-AC40-CAFB550CD136}" srcId="{ACE3C035-294A-4708-AD5A-01848FC1D442}" destId="{5ED057D3-AFDD-BB48-B478-3B953945A1EF}" srcOrd="0" destOrd="0" parTransId="{BFE05EC9-82C2-3847-AF84-BBA146D9664E}" sibTransId="{A5A20B98-23DB-124E-B05A-B2548C274FAE}"/>
    <dgm:cxn modelId="{79B2F818-3739-B842-99B1-D4411558982E}" type="presOf" srcId="{5ED057D3-AFDD-BB48-B478-3B953945A1EF}" destId="{D0339DF2-2CB3-A747-87CD-0C655150A72E}" srcOrd="0" destOrd="0" presId="urn:microsoft.com/office/officeart/2005/8/layout/vList2"/>
    <dgm:cxn modelId="{167DE847-72E8-4EC4-BE88-28C4F3783854}" srcId="{ACE3C035-294A-4708-AD5A-01848FC1D442}" destId="{6E51C2A3-4EAE-4C91-A3AA-D0F7E5AAF5C0}" srcOrd="4" destOrd="0" parTransId="{6E46B207-F747-4B2A-A545-A0F4CC1247CB}" sibTransId="{816AB15E-9BEB-4640-A2F9-BA695CF290A5}"/>
    <dgm:cxn modelId="{BB371679-C402-DC41-9DCB-5AE1C0569586}" type="presOf" srcId="{6FBA945C-DE5A-4526-85A2-D307F00DB0A1}" destId="{67071B65-0CB8-CE43-BACE-D4AEC69A7EE5}" srcOrd="0" destOrd="0" presId="urn:microsoft.com/office/officeart/2005/8/layout/vList2"/>
    <dgm:cxn modelId="{3BCAC883-B9B2-0242-A5FE-FFBAA7280F00}" type="presOf" srcId="{6E51C2A3-4EAE-4C91-A3AA-D0F7E5AAF5C0}" destId="{211BB175-87E6-1046-83BB-C15A16A3480F}" srcOrd="0" destOrd="0" presId="urn:microsoft.com/office/officeart/2005/8/layout/vList2"/>
    <dgm:cxn modelId="{E498F4A5-2BBD-46FE-81E2-C24A4FA259AE}" srcId="{ACE3C035-294A-4708-AD5A-01848FC1D442}" destId="{E1F3097A-A03B-4C56-B176-F40FF2B3C8A8}" srcOrd="1" destOrd="0" parTransId="{258263B1-5598-48BF-80F0-D9ED48F75D18}" sibTransId="{B5DEE0B2-78E9-4E56-A85A-346258F358CB}"/>
    <dgm:cxn modelId="{0C4D72A9-7C7B-47F6-A053-2471E4F3903F}" srcId="{ACE3C035-294A-4708-AD5A-01848FC1D442}" destId="{65581FE8-58C7-4E3E-9EB4-643723ECF8A0}" srcOrd="3" destOrd="0" parTransId="{A28D0EB7-15F0-4B59-BAA9-C2AA0AB84BD1}" sibTransId="{063E6478-7AEA-4831-92F0-DFC5508FFB45}"/>
    <dgm:cxn modelId="{8ED615D7-293E-3D4C-BBB6-C33597126674}" type="presOf" srcId="{E1F3097A-A03B-4C56-B176-F40FF2B3C8A8}" destId="{4626B676-1182-7240-B60D-7D5D6978413C}" srcOrd="0" destOrd="0" presId="urn:microsoft.com/office/officeart/2005/8/layout/vList2"/>
    <dgm:cxn modelId="{A252EFDA-E82C-1948-9DFA-4917822FAE62}" type="presOf" srcId="{65581FE8-58C7-4E3E-9EB4-643723ECF8A0}" destId="{6D9CC60B-70AD-E446-802E-9B2E99BC6D75}" srcOrd="0" destOrd="0" presId="urn:microsoft.com/office/officeart/2005/8/layout/vList2"/>
    <dgm:cxn modelId="{3B5B0AF6-9B7B-A249-B159-850407A12469}" type="presOf" srcId="{ACE3C035-294A-4708-AD5A-01848FC1D442}" destId="{CF5B9BFE-1334-AA42-99F0-A1ABE7A259D6}" srcOrd="0" destOrd="0" presId="urn:microsoft.com/office/officeart/2005/8/layout/vList2"/>
    <dgm:cxn modelId="{3950C7F8-52DD-4966-A83E-CEA689864917}" srcId="{ACE3C035-294A-4708-AD5A-01848FC1D442}" destId="{6FBA945C-DE5A-4526-85A2-D307F00DB0A1}" srcOrd="2" destOrd="0" parTransId="{F0A45068-DE9D-45A4-95F0-3B50EA9B5AB5}" sibTransId="{FCB91044-9E45-49CF-9997-2962BCD09B71}"/>
    <dgm:cxn modelId="{7CF94C3E-FA8F-5C40-9A7C-B04C070845B4}" type="presParOf" srcId="{CF5B9BFE-1334-AA42-99F0-A1ABE7A259D6}" destId="{D0339DF2-2CB3-A747-87CD-0C655150A72E}" srcOrd="0" destOrd="0" presId="urn:microsoft.com/office/officeart/2005/8/layout/vList2"/>
    <dgm:cxn modelId="{A41B458F-6F10-A048-961D-583B35763C0B}" type="presParOf" srcId="{CF5B9BFE-1334-AA42-99F0-A1ABE7A259D6}" destId="{6B410038-46B1-7F4A-A00D-F788518071C0}" srcOrd="1" destOrd="0" presId="urn:microsoft.com/office/officeart/2005/8/layout/vList2"/>
    <dgm:cxn modelId="{1FA79B0C-0D7A-8240-A2F9-02C6DE13358C}" type="presParOf" srcId="{CF5B9BFE-1334-AA42-99F0-A1ABE7A259D6}" destId="{4626B676-1182-7240-B60D-7D5D6978413C}" srcOrd="2" destOrd="0" presId="urn:microsoft.com/office/officeart/2005/8/layout/vList2"/>
    <dgm:cxn modelId="{65D6D0C8-658E-4348-93B5-A561382ACA2B}" type="presParOf" srcId="{CF5B9BFE-1334-AA42-99F0-A1ABE7A259D6}" destId="{13E66755-330A-354A-B763-05956972B5C1}" srcOrd="3" destOrd="0" presId="urn:microsoft.com/office/officeart/2005/8/layout/vList2"/>
    <dgm:cxn modelId="{45EFF74B-51DB-374B-AAB1-189276684C68}" type="presParOf" srcId="{CF5B9BFE-1334-AA42-99F0-A1ABE7A259D6}" destId="{67071B65-0CB8-CE43-BACE-D4AEC69A7EE5}" srcOrd="4" destOrd="0" presId="urn:microsoft.com/office/officeart/2005/8/layout/vList2"/>
    <dgm:cxn modelId="{FACFA16F-E144-3441-95A6-3AE9332A2AC6}" type="presParOf" srcId="{CF5B9BFE-1334-AA42-99F0-A1ABE7A259D6}" destId="{52C922FB-3716-B041-AEF0-7FB77A3B0D3C}" srcOrd="5" destOrd="0" presId="urn:microsoft.com/office/officeart/2005/8/layout/vList2"/>
    <dgm:cxn modelId="{54EDE05F-5526-C24B-8A85-978AB111AA63}" type="presParOf" srcId="{CF5B9BFE-1334-AA42-99F0-A1ABE7A259D6}" destId="{6D9CC60B-70AD-E446-802E-9B2E99BC6D75}" srcOrd="6" destOrd="0" presId="urn:microsoft.com/office/officeart/2005/8/layout/vList2"/>
    <dgm:cxn modelId="{0E5C4AEC-1163-2843-907B-3351E35DD670}" type="presParOf" srcId="{CF5B9BFE-1334-AA42-99F0-A1ABE7A259D6}" destId="{804D3B68-5C03-6149-B698-86B4B0139575}" srcOrd="7" destOrd="0" presId="urn:microsoft.com/office/officeart/2005/8/layout/vList2"/>
    <dgm:cxn modelId="{2BD2916C-5E60-1F44-8A69-4F5C4C7CB2E5}" type="presParOf" srcId="{CF5B9BFE-1334-AA42-99F0-A1ABE7A259D6}" destId="{211BB175-87E6-1046-83BB-C15A16A3480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FD6A7E4-A44A-40AD-A67D-E4F049F8E2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647D78-1FBB-4189-A98C-70C368760E40}">
      <dgm:prSet phldrT="[Text]"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Most Difficult Tasks</a:t>
          </a:r>
          <a:endParaRPr lang="en-US"/>
        </a:p>
      </dgm:t>
    </dgm:pt>
    <dgm:pt modelId="{FEC6E981-224F-416B-98B5-D13280367526}" type="parTrans" cxnId="{56AAE317-E026-4DA3-8054-40F2FD712409}">
      <dgm:prSet/>
      <dgm:spPr/>
      <dgm:t>
        <a:bodyPr/>
        <a:lstStyle/>
        <a:p>
          <a:endParaRPr lang="en-US"/>
        </a:p>
      </dgm:t>
    </dgm:pt>
    <dgm:pt modelId="{20071AB2-7177-4450-8202-CF9A65D5BE95}" type="sibTrans" cxnId="{56AAE317-E026-4DA3-8054-40F2FD712409}">
      <dgm:prSet/>
      <dgm:spPr/>
      <dgm:t>
        <a:bodyPr/>
        <a:lstStyle/>
        <a:p>
          <a:endParaRPr lang="en-US"/>
        </a:p>
      </dgm:t>
    </dgm:pt>
    <dgm:pt modelId="{E11E26CA-4508-4541-8F80-E9D44617C163}">
      <dgm:prSet phldrT="[Text]"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Jinja and Flask was not very readable.</a:t>
          </a:r>
          <a:endParaRPr lang="en-US"/>
        </a:p>
      </dgm:t>
    </dgm:pt>
    <dgm:pt modelId="{35094948-4C4F-49D5-996A-E50550760AD7}" type="parTrans" cxnId="{BA29FCF0-B7A4-4F83-AE08-96B45BC6A3D8}">
      <dgm:prSet/>
      <dgm:spPr/>
      <dgm:t>
        <a:bodyPr/>
        <a:lstStyle/>
        <a:p>
          <a:endParaRPr lang="en-US"/>
        </a:p>
      </dgm:t>
    </dgm:pt>
    <dgm:pt modelId="{6E819CF2-83C1-4291-809A-FF09E515FA12}" type="sibTrans" cxnId="{BA29FCF0-B7A4-4F83-AE08-96B45BC6A3D8}">
      <dgm:prSet/>
      <dgm:spPr/>
      <dgm:t>
        <a:bodyPr/>
        <a:lstStyle/>
        <a:p>
          <a:endParaRPr lang="en-US"/>
        </a:p>
      </dgm:t>
    </dgm:pt>
    <dgm:pt modelId="{80EE75B3-AFEB-4319-B782-9B8D0F940E30}">
      <dgm:prSet phldrT="[Text]"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Most Interesting Tasks</a:t>
          </a:r>
          <a:endParaRPr lang="en-US"/>
        </a:p>
      </dgm:t>
    </dgm:pt>
    <dgm:pt modelId="{78F99641-34E6-4AB1-8F01-E810F4585E63}" type="parTrans" cxnId="{CBB6FC0E-FC75-4894-98DF-3AD2A203052D}">
      <dgm:prSet/>
      <dgm:spPr/>
      <dgm:t>
        <a:bodyPr/>
        <a:lstStyle/>
        <a:p>
          <a:endParaRPr lang="en-US"/>
        </a:p>
      </dgm:t>
    </dgm:pt>
    <dgm:pt modelId="{4BC08C2D-B7F2-41FC-B035-FD317514AD4F}" type="sibTrans" cxnId="{CBB6FC0E-FC75-4894-98DF-3AD2A203052D}">
      <dgm:prSet/>
      <dgm:spPr/>
      <dgm:t>
        <a:bodyPr/>
        <a:lstStyle/>
        <a:p>
          <a:endParaRPr lang="en-US"/>
        </a:p>
      </dgm:t>
    </dgm:pt>
    <dgm:pt modelId="{8F59A473-ACBE-4612-A10E-6DA278BBF907}">
      <dgm:prSet phldrT="[Text]" phldr="0"/>
      <dgm:spPr/>
      <dgm:t>
        <a:bodyPr/>
        <a:lstStyle/>
        <a:p>
          <a:pPr rtl="0"/>
          <a:r>
            <a:rPr lang="en-US" err="1">
              <a:latin typeface="Century Gothic" panose="020B0502020202020204"/>
            </a:rPr>
            <a:t>Supabase</a:t>
          </a:r>
          <a:r>
            <a:rPr lang="en-US">
              <a:latin typeface="Century Gothic" panose="020B0502020202020204"/>
            </a:rPr>
            <a:t> was cool with its schema visualizer and its many built in security features.</a:t>
          </a:r>
          <a:endParaRPr lang="en-US"/>
        </a:p>
      </dgm:t>
    </dgm:pt>
    <dgm:pt modelId="{A7A10617-1FBC-4984-8C1E-922EF0ECDB96}" type="parTrans" cxnId="{443E0195-BCD0-4F21-B746-7AD0DFD87DA3}">
      <dgm:prSet/>
      <dgm:spPr/>
      <dgm:t>
        <a:bodyPr/>
        <a:lstStyle/>
        <a:p>
          <a:endParaRPr lang="en-US"/>
        </a:p>
      </dgm:t>
    </dgm:pt>
    <dgm:pt modelId="{02D89492-740D-47D8-9215-F108F6C57969}" type="sibTrans" cxnId="{443E0195-BCD0-4F21-B746-7AD0DFD87DA3}">
      <dgm:prSet/>
      <dgm:spPr/>
      <dgm:t>
        <a:bodyPr/>
        <a:lstStyle/>
        <a:p>
          <a:endParaRPr lang="en-US"/>
        </a:p>
      </dgm:t>
    </dgm:pt>
    <dgm:pt modelId="{C1AC25ED-27F3-4935-AC15-C2D3DE6FB4F6}">
      <dgm:prSet phldr="0"/>
      <dgm:spPr/>
      <dgm:t>
        <a:bodyPr/>
        <a:lstStyle/>
        <a:p>
          <a:pPr rtl="0"/>
          <a:r>
            <a:rPr lang="en-US" sz="2200">
              <a:latin typeface="Century Gothic" panose="020B0502020202020204"/>
            </a:rPr>
            <a:t>What we Would Change</a:t>
          </a:r>
        </a:p>
      </dgm:t>
    </dgm:pt>
    <dgm:pt modelId="{5885020B-FE20-4F9B-B8E5-2220C30F1D03}" type="parTrans" cxnId="{6D622CB2-570E-474F-9501-0EA1B7C99B01}">
      <dgm:prSet/>
      <dgm:spPr/>
    </dgm:pt>
    <dgm:pt modelId="{2C6E8DC8-16EF-467A-9DCA-5E1A19627F9D}" type="sibTrans" cxnId="{6D622CB2-570E-474F-9501-0EA1B7C99B01}">
      <dgm:prSet/>
      <dgm:spPr/>
    </dgm:pt>
    <dgm:pt modelId="{A4321607-956B-4CD2-B9F9-B1804ECB3C95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Take advantage of github issues and or our Kanban board more. We didn't use it well to see what each person was working on.</a:t>
          </a:r>
        </a:p>
      </dgm:t>
    </dgm:pt>
    <dgm:pt modelId="{18D85461-C60F-4B05-8584-64BA8B04DA27}" type="parTrans" cxnId="{DA97CBCA-17F2-44AF-8259-4F307DEF0756}">
      <dgm:prSet/>
      <dgm:spPr/>
    </dgm:pt>
    <dgm:pt modelId="{0EDE0200-3F9B-4E65-B4EB-1241E732BFF7}" type="sibTrans" cxnId="{DA97CBCA-17F2-44AF-8259-4F307DEF0756}">
      <dgm:prSet/>
      <dgm:spPr/>
    </dgm:pt>
    <dgm:pt modelId="{EAE39695-1E76-4BE2-BFAD-668E9DB62F3B}">
      <dgm:prSet phldr="0"/>
      <dgm:spPr/>
      <dgm:t>
        <a:bodyPr/>
        <a:lstStyle/>
        <a:p>
          <a:pPr rtl="0"/>
          <a:r>
            <a:rPr lang="en-US" sz="2200">
              <a:latin typeface="Century Gothic" panose="020B0502020202020204"/>
            </a:rPr>
            <a:t>Other Notes</a:t>
          </a:r>
        </a:p>
      </dgm:t>
    </dgm:pt>
    <dgm:pt modelId="{7A3F7BF7-971A-4C72-BE48-6A43E53FB868}" type="parTrans" cxnId="{A8D98AFE-4FF0-4E5D-AF36-18C87C7A5EBF}">
      <dgm:prSet/>
      <dgm:spPr/>
    </dgm:pt>
    <dgm:pt modelId="{274D33E5-0A2A-4DE0-BD45-33BE888A9993}" type="sibTrans" cxnId="{A8D98AFE-4FF0-4E5D-AF36-18C87C7A5EBF}">
      <dgm:prSet/>
      <dgm:spPr/>
    </dgm:pt>
    <dgm:pt modelId="{EC887A3D-2075-48DA-9D43-7AFA137E5733}">
      <dgm:prSet phldr="0"/>
      <dgm:spPr/>
      <dgm:t>
        <a:bodyPr/>
        <a:lstStyle/>
        <a:p>
          <a:pPr rtl="0"/>
          <a:r>
            <a:rPr lang="en-US" err="1">
              <a:latin typeface="Century Gothic" panose="020B0502020202020204"/>
            </a:rPr>
            <a:t>Github</a:t>
          </a:r>
          <a:r>
            <a:rPr lang="en-US">
              <a:latin typeface="Century Gothic" panose="020B0502020202020204"/>
            </a:rPr>
            <a:t> and </a:t>
          </a:r>
          <a:r>
            <a:rPr lang="en-US" err="1">
              <a:latin typeface="Century Gothic" panose="020B0502020202020204"/>
            </a:rPr>
            <a:t>github</a:t>
          </a:r>
          <a:r>
            <a:rPr lang="en-US">
              <a:latin typeface="Century Gothic" panose="020B0502020202020204"/>
            </a:rPr>
            <a:t> branches were so valuable for this project and in general.</a:t>
          </a:r>
        </a:p>
      </dgm:t>
    </dgm:pt>
    <dgm:pt modelId="{4EA3E90D-E398-4291-8D51-F5D2EF4C7D6F}" type="parTrans" cxnId="{F5B4B1D9-F3B5-4C72-8C11-F2C006EB7494}">
      <dgm:prSet/>
      <dgm:spPr/>
    </dgm:pt>
    <dgm:pt modelId="{E20A694E-A0F7-4094-9AE6-A0540577A655}" type="sibTrans" cxnId="{F5B4B1D9-F3B5-4C72-8C11-F2C006EB7494}">
      <dgm:prSet/>
      <dgm:spPr/>
    </dgm:pt>
    <dgm:pt modelId="{656F3E94-B458-44C9-B3E2-BE316BA09D65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Flask is slow for connections and with data flow.</a:t>
          </a:r>
        </a:p>
      </dgm:t>
    </dgm:pt>
    <dgm:pt modelId="{FBDD69A1-4A96-4443-9033-5B6AF3C74CDE}" type="parTrans" cxnId="{EADD5E54-4569-4A63-B0A8-57913E3E153E}">
      <dgm:prSet/>
      <dgm:spPr/>
    </dgm:pt>
    <dgm:pt modelId="{E8D626E4-AC3F-442E-8331-C34BAC4AEC0B}" type="sibTrans" cxnId="{EADD5E54-4569-4A63-B0A8-57913E3E153E}">
      <dgm:prSet/>
      <dgm:spPr/>
    </dgm:pt>
    <dgm:pt modelId="{07C547B7-F8D0-48FA-9B53-E8E05AF8370C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Implementing </a:t>
          </a:r>
          <a:r>
            <a:rPr lang="en-US" err="1">
              <a:latin typeface="Century Gothic" panose="020B0502020202020204"/>
            </a:rPr>
            <a:t>Supabase</a:t>
          </a:r>
          <a:r>
            <a:rPr lang="en-US">
              <a:latin typeface="Century Gothic" panose="020B0502020202020204"/>
            </a:rPr>
            <a:t> also brought its own challenges, as youface was built on tinydb.</a:t>
          </a:r>
        </a:p>
      </dgm:t>
    </dgm:pt>
    <dgm:pt modelId="{ECBFDBED-6F6A-4CA1-8E6F-3B447FFF5AAE}" type="parTrans" cxnId="{E7414175-EF88-498A-BC6B-DCED7CF5447A}">
      <dgm:prSet/>
      <dgm:spPr/>
    </dgm:pt>
    <dgm:pt modelId="{6C71714F-627A-4C79-8279-2D03752EAE17}" type="sibTrans" cxnId="{E7414175-EF88-498A-BC6B-DCED7CF5447A}">
      <dgm:prSet/>
      <dgm:spPr/>
    </dgm:pt>
    <dgm:pt modelId="{585A7482-2C0F-4878-8DA6-8CFB9124D8D7}">
      <dgm:prSet phldr="0"/>
      <dgm:spPr/>
      <dgm:t>
        <a:bodyPr/>
        <a:lstStyle/>
        <a:p>
          <a:pPr rtl="0"/>
          <a:r>
            <a:rPr lang="en-US" sz="1800">
              <a:latin typeface="Century Gothic" panose="020B0502020202020204"/>
            </a:rPr>
            <a:t>Implementing Supabase earlier would have also allowed us to work more on </a:t>
          </a:r>
          <a:r>
            <a:rPr lang="en-US" sz="1800" err="1">
              <a:latin typeface="Century Gothic" panose="020B0502020202020204"/>
            </a:rPr>
            <a:t>youface</a:t>
          </a:r>
          <a:r>
            <a:rPr lang="en-US" sz="1800">
              <a:latin typeface="Century Gothic" panose="020B0502020202020204"/>
            </a:rPr>
            <a:t> and handlers so we could've done more.</a:t>
          </a:r>
        </a:p>
      </dgm:t>
    </dgm:pt>
    <dgm:pt modelId="{00EC207C-9665-4246-AC4D-B35256E8331B}" type="parTrans" cxnId="{01DEEBE0-1308-4D6A-BE41-8344F2164115}">
      <dgm:prSet/>
      <dgm:spPr/>
    </dgm:pt>
    <dgm:pt modelId="{50D8D4E7-F7DE-4DB2-80FE-A767DA54FD27}" type="sibTrans" cxnId="{01DEEBE0-1308-4D6A-BE41-8344F2164115}">
      <dgm:prSet/>
      <dgm:spPr/>
    </dgm:pt>
    <dgm:pt modelId="{E6410A8A-5E9B-418E-A774-4ECF888068E2}">
      <dgm:prSet phldr="0"/>
      <dgm:spPr/>
      <dgm:t>
        <a:bodyPr/>
        <a:lstStyle/>
        <a:p>
          <a:endParaRPr lang="en-US">
            <a:latin typeface="Century Gothic" panose="020B0502020202020204"/>
          </a:endParaRPr>
        </a:p>
      </dgm:t>
    </dgm:pt>
    <dgm:pt modelId="{9EE4A881-4AB9-4D32-890C-305D1E6E8CEB}" type="parTrans" cxnId="{C26F6446-B1D6-4366-A25F-3933BBB403B8}">
      <dgm:prSet/>
      <dgm:spPr/>
    </dgm:pt>
    <dgm:pt modelId="{9B4CD41E-2E83-4BDF-9CA3-C94525B66548}" type="sibTrans" cxnId="{C26F6446-B1D6-4366-A25F-3933BBB403B8}">
      <dgm:prSet/>
      <dgm:spPr/>
    </dgm:pt>
    <dgm:pt modelId="{1B320A6C-33D2-4043-B814-C565FFEAB1A0}">
      <dgm:prSet phldr="0"/>
      <dgm:spPr/>
      <dgm:t>
        <a:bodyPr/>
        <a:lstStyle/>
        <a:p>
          <a:endParaRPr lang="en-US" sz="1800">
            <a:latin typeface="Century Gothic" panose="020B0502020202020204"/>
          </a:endParaRPr>
        </a:p>
      </dgm:t>
    </dgm:pt>
    <dgm:pt modelId="{5A3EF7C4-ACB9-4D3F-B1B3-AD5A36C53120}" type="parTrans" cxnId="{D959F543-37F9-4FF9-B161-F50130262CD2}">
      <dgm:prSet/>
      <dgm:spPr/>
    </dgm:pt>
    <dgm:pt modelId="{90A38991-EA07-4288-B3E3-43C899716A4E}" type="sibTrans" cxnId="{D959F543-37F9-4FF9-B161-F50130262CD2}">
      <dgm:prSet/>
      <dgm:spPr/>
    </dgm:pt>
    <dgm:pt modelId="{70D15786-CD1B-4D44-9B80-9BBB90835AE2}">
      <dgm:prSet phldr="0"/>
      <dgm:spPr/>
      <dgm:t>
        <a:bodyPr/>
        <a:lstStyle/>
        <a:p>
          <a:endParaRPr lang="en-US" sz="1800">
            <a:latin typeface="Century Gothic" panose="020B0502020202020204"/>
          </a:endParaRPr>
        </a:p>
      </dgm:t>
    </dgm:pt>
    <dgm:pt modelId="{39A406F3-9084-44B1-8B0A-77B14F6D43A9}" type="parTrans" cxnId="{00C568E7-FE95-469E-A3FF-0325B5924CF7}">
      <dgm:prSet/>
      <dgm:spPr/>
    </dgm:pt>
    <dgm:pt modelId="{45916AA4-AF2A-4928-A91E-A7F1C7995901}" type="sibTrans" cxnId="{00C568E7-FE95-469E-A3FF-0325B5924CF7}">
      <dgm:prSet/>
      <dgm:spPr/>
    </dgm:pt>
    <dgm:pt modelId="{2B257FE6-D8C4-418D-979A-9D79FB390635}" type="pres">
      <dgm:prSet presAssocID="{5FD6A7E4-A44A-40AD-A67D-E4F049F8E2FE}" presName="linear" presStyleCnt="0">
        <dgm:presLayoutVars>
          <dgm:animLvl val="lvl"/>
          <dgm:resizeHandles val="exact"/>
        </dgm:presLayoutVars>
      </dgm:prSet>
      <dgm:spPr/>
    </dgm:pt>
    <dgm:pt modelId="{CFFFE70E-121C-4829-B3B4-32C8FAF603CF}" type="pres">
      <dgm:prSet presAssocID="{6F647D78-1FBB-4189-A98C-70C368760E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01B177E-7F69-42A3-AFBD-ECA14617325D}" type="pres">
      <dgm:prSet presAssocID="{6F647D78-1FBB-4189-A98C-70C368760E40}" presName="childText" presStyleLbl="revTx" presStyleIdx="0" presStyleCnt="4">
        <dgm:presLayoutVars>
          <dgm:bulletEnabled val="1"/>
        </dgm:presLayoutVars>
      </dgm:prSet>
      <dgm:spPr/>
    </dgm:pt>
    <dgm:pt modelId="{50A79FE2-E514-4B7F-B0CB-00B202AD7541}" type="pres">
      <dgm:prSet presAssocID="{80EE75B3-AFEB-4319-B782-9B8D0F940E3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019315-B1A5-4A1C-A349-05061CC89DC4}" type="pres">
      <dgm:prSet presAssocID="{80EE75B3-AFEB-4319-B782-9B8D0F940E30}" presName="childText" presStyleLbl="revTx" presStyleIdx="1" presStyleCnt="4">
        <dgm:presLayoutVars>
          <dgm:bulletEnabled val="1"/>
        </dgm:presLayoutVars>
      </dgm:prSet>
      <dgm:spPr/>
    </dgm:pt>
    <dgm:pt modelId="{E968591A-7C22-4836-9691-C797D7221524}" type="pres">
      <dgm:prSet presAssocID="{C1AC25ED-27F3-4935-AC15-C2D3DE6FB4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E67DC2-6784-4093-89BF-2C605D34980F}" type="pres">
      <dgm:prSet presAssocID="{C1AC25ED-27F3-4935-AC15-C2D3DE6FB4F6}" presName="childText" presStyleLbl="revTx" presStyleIdx="2" presStyleCnt="4">
        <dgm:presLayoutVars>
          <dgm:bulletEnabled val="1"/>
        </dgm:presLayoutVars>
      </dgm:prSet>
      <dgm:spPr/>
    </dgm:pt>
    <dgm:pt modelId="{C79B6C70-B98F-4FBE-948C-8DDF6E0541D9}" type="pres">
      <dgm:prSet presAssocID="{EAE39695-1E76-4BE2-BFAD-668E9DB62F3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F39B13B-5ABE-4781-B062-5C1EE01F3ABF}" type="pres">
      <dgm:prSet presAssocID="{EAE39695-1E76-4BE2-BFAD-668E9DB62F3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BB6FC0E-FC75-4894-98DF-3AD2A203052D}" srcId="{5FD6A7E4-A44A-40AD-A67D-E4F049F8E2FE}" destId="{80EE75B3-AFEB-4319-B782-9B8D0F940E30}" srcOrd="1" destOrd="0" parTransId="{78F99641-34E6-4AB1-8F01-E810F4585E63}" sibTransId="{4BC08C2D-B7F2-41FC-B035-FD317514AD4F}"/>
    <dgm:cxn modelId="{2803C610-59A4-46E6-B9FF-8DB0EE742ABE}" type="presOf" srcId="{1B320A6C-33D2-4043-B814-C565FFEAB1A0}" destId="{FA019315-B1A5-4A1C-A349-05061CC89DC4}" srcOrd="0" destOrd="1" presId="urn:microsoft.com/office/officeart/2005/8/layout/vList2"/>
    <dgm:cxn modelId="{56AAE317-E026-4DA3-8054-40F2FD712409}" srcId="{5FD6A7E4-A44A-40AD-A67D-E4F049F8E2FE}" destId="{6F647D78-1FBB-4189-A98C-70C368760E40}" srcOrd="0" destOrd="0" parTransId="{FEC6E981-224F-416B-98B5-D13280367526}" sibTransId="{20071AB2-7177-4450-8202-CF9A65D5BE95}"/>
    <dgm:cxn modelId="{3489403F-B2C8-4C28-A56F-341D6E85FAE4}" type="presOf" srcId="{E11E26CA-4508-4541-8F80-E9D44617C163}" destId="{C01B177E-7F69-42A3-AFBD-ECA14617325D}" srcOrd="0" destOrd="0" presId="urn:microsoft.com/office/officeart/2005/8/layout/vList2"/>
    <dgm:cxn modelId="{6A61BD41-FE7E-4CFF-9685-1FD4E4595F89}" type="presOf" srcId="{07C547B7-F8D0-48FA-9B53-E8E05AF8370C}" destId="{C01B177E-7F69-42A3-AFBD-ECA14617325D}" srcOrd="0" destOrd="1" presId="urn:microsoft.com/office/officeart/2005/8/layout/vList2"/>
    <dgm:cxn modelId="{D959F543-37F9-4FF9-B161-F50130262CD2}" srcId="{80EE75B3-AFEB-4319-B782-9B8D0F940E30}" destId="{1B320A6C-33D2-4043-B814-C565FFEAB1A0}" srcOrd="1" destOrd="0" parTransId="{5A3EF7C4-ACB9-4D3F-B1B3-AD5A36C53120}" sibTransId="{90A38991-EA07-4288-B3E3-43C899716A4E}"/>
    <dgm:cxn modelId="{C26F6446-B1D6-4366-A25F-3933BBB403B8}" srcId="{6F647D78-1FBB-4189-A98C-70C368760E40}" destId="{E6410A8A-5E9B-418E-A774-4ECF888068E2}" srcOrd="2" destOrd="0" parTransId="{9EE4A881-4AB9-4D32-890C-305D1E6E8CEB}" sibTransId="{9B4CD41E-2E83-4BDF-9CA3-C94525B66548}"/>
    <dgm:cxn modelId="{545D9B4A-A0F0-45B0-8A2A-CE5156B60421}" type="presOf" srcId="{EAE39695-1E76-4BE2-BFAD-668E9DB62F3B}" destId="{C79B6C70-B98F-4FBE-948C-8DDF6E0541D9}" srcOrd="0" destOrd="0" presId="urn:microsoft.com/office/officeart/2005/8/layout/vList2"/>
    <dgm:cxn modelId="{EADD5E54-4569-4A63-B0A8-57913E3E153E}" srcId="{EAE39695-1E76-4BE2-BFAD-668E9DB62F3B}" destId="{656F3E94-B458-44C9-B3E2-BE316BA09D65}" srcOrd="1" destOrd="0" parTransId="{FBDD69A1-4A96-4443-9033-5B6AF3C74CDE}" sibTransId="{E8D626E4-AC3F-442E-8331-C34BAC4AEC0B}"/>
    <dgm:cxn modelId="{0C9A245C-92F3-43BF-84D9-54FE97DE7169}" type="presOf" srcId="{656F3E94-B458-44C9-B3E2-BE316BA09D65}" destId="{6F39B13B-5ABE-4781-B062-5C1EE01F3ABF}" srcOrd="0" destOrd="1" presId="urn:microsoft.com/office/officeart/2005/8/layout/vList2"/>
    <dgm:cxn modelId="{B6F69C5F-1478-4C47-A9D7-03F703B94259}" type="presOf" srcId="{585A7482-2C0F-4878-8DA6-8CFB9124D8D7}" destId="{50E67DC2-6784-4093-89BF-2C605D34980F}" srcOrd="0" destOrd="1" presId="urn:microsoft.com/office/officeart/2005/8/layout/vList2"/>
    <dgm:cxn modelId="{B6F30F70-525D-4484-A83F-8711ECDCDB11}" type="presOf" srcId="{E6410A8A-5E9B-418E-A774-4ECF888068E2}" destId="{C01B177E-7F69-42A3-AFBD-ECA14617325D}" srcOrd="0" destOrd="2" presId="urn:microsoft.com/office/officeart/2005/8/layout/vList2"/>
    <dgm:cxn modelId="{E7414175-EF88-498A-BC6B-DCED7CF5447A}" srcId="{6F647D78-1FBB-4189-A98C-70C368760E40}" destId="{07C547B7-F8D0-48FA-9B53-E8E05AF8370C}" srcOrd="1" destOrd="0" parTransId="{ECBFDBED-6F6A-4CA1-8E6F-3B447FFF5AAE}" sibTransId="{6C71714F-627A-4C79-8279-2D03752EAE17}"/>
    <dgm:cxn modelId="{E685E876-DF43-48E4-BFE5-38AB477CCA08}" type="presOf" srcId="{C1AC25ED-27F3-4935-AC15-C2D3DE6FB4F6}" destId="{E968591A-7C22-4836-9691-C797D7221524}" srcOrd="0" destOrd="0" presId="urn:microsoft.com/office/officeart/2005/8/layout/vList2"/>
    <dgm:cxn modelId="{4C424082-AF07-4A92-8E26-880C19673459}" type="presOf" srcId="{70D15786-CD1B-4D44-9B80-9BBB90835AE2}" destId="{50E67DC2-6784-4093-89BF-2C605D34980F}" srcOrd="0" destOrd="2" presId="urn:microsoft.com/office/officeart/2005/8/layout/vList2"/>
    <dgm:cxn modelId="{443E0195-BCD0-4F21-B746-7AD0DFD87DA3}" srcId="{80EE75B3-AFEB-4319-B782-9B8D0F940E30}" destId="{8F59A473-ACBE-4612-A10E-6DA278BBF907}" srcOrd="0" destOrd="0" parTransId="{A7A10617-1FBC-4984-8C1E-922EF0ECDB96}" sibTransId="{02D89492-740D-47D8-9215-F108F6C57969}"/>
    <dgm:cxn modelId="{9B936EAC-379B-4657-AD49-2F1218242CA8}" type="presOf" srcId="{80EE75B3-AFEB-4319-B782-9B8D0F940E30}" destId="{50A79FE2-E514-4B7F-B0CB-00B202AD7541}" srcOrd="0" destOrd="0" presId="urn:microsoft.com/office/officeart/2005/8/layout/vList2"/>
    <dgm:cxn modelId="{6D622CB2-570E-474F-9501-0EA1B7C99B01}" srcId="{5FD6A7E4-A44A-40AD-A67D-E4F049F8E2FE}" destId="{C1AC25ED-27F3-4935-AC15-C2D3DE6FB4F6}" srcOrd="2" destOrd="0" parTransId="{5885020B-FE20-4F9B-B8E5-2220C30F1D03}" sibTransId="{2C6E8DC8-16EF-467A-9DCA-5E1A19627F9D}"/>
    <dgm:cxn modelId="{675592C6-7D37-441F-9740-B69A06944EC9}" type="presOf" srcId="{EC887A3D-2075-48DA-9D43-7AFA137E5733}" destId="{6F39B13B-5ABE-4781-B062-5C1EE01F3ABF}" srcOrd="0" destOrd="0" presId="urn:microsoft.com/office/officeart/2005/8/layout/vList2"/>
    <dgm:cxn modelId="{2E2AD1C9-D887-4733-A46E-2821C2AD68F4}" type="presOf" srcId="{6F647D78-1FBB-4189-A98C-70C368760E40}" destId="{CFFFE70E-121C-4829-B3B4-32C8FAF603CF}" srcOrd="0" destOrd="0" presId="urn:microsoft.com/office/officeart/2005/8/layout/vList2"/>
    <dgm:cxn modelId="{DA97CBCA-17F2-44AF-8259-4F307DEF0756}" srcId="{C1AC25ED-27F3-4935-AC15-C2D3DE6FB4F6}" destId="{A4321607-956B-4CD2-B9F9-B1804ECB3C95}" srcOrd="0" destOrd="0" parTransId="{18D85461-C60F-4B05-8584-64BA8B04DA27}" sibTransId="{0EDE0200-3F9B-4E65-B4EB-1241E732BFF7}"/>
    <dgm:cxn modelId="{7736CACE-FB7F-473C-B10E-E1BD71A24D40}" type="presOf" srcId="{8F59A473-ACBE-4612-A10E-6DA278BBF907}" destId="{FA019315-B1A5-4A1C-A349-05061CC89DC4}" srcOrd="0" destOrd="0" presId="urn:microsoft.com/office/officeart/2005/8/layout/vList2"/>
    <dgm:cxn modelId="{85B574D1-CBFB-4C99-8807-DD7A782192C8}" type="presOf" srcId="{A4321607-956B-4CD2-B9F9-B1804ECB3C95}" destId="{50E67DC2-6784-4093-89BF-2C605D34980F}" srcOrd="0" destOrd="0" presId="urn:microsoft.com/office/officeart/2005/8/layout/vList2"/>
    <dgm:cxn modelId="{F5B4B1D9-F3B5-4C72-8C11-F2C006EB7494}" srcId="{EAE39695-1E76-4BE2-BFAD-668E9DB62F3B}" destId="{EC887A3D-2075-48DA-9D43-7AFA137E5733}" srcOrd="0" destOrd="0" parTransId="{4EA3E90D-E398-4291-8D51-F5D2EF4C7D6F}" sibTransId="{E20A694E-A0F7-4094-9AE6-A0540577A655}"/>
    <dgm:cxn modelId="{77D424DC-0993-4C8F-9129-9941973AE029}" type="presOf" srcId="{5FD6A7E4-A44A-40AD-A67D-E4F049F8E2FE}" destId="{2B257FE6-D8C4-418D-979A-9D79FB390635}" srcOrd="0" destOrd="0" presId="urn:microsoft.com/office/officeart/2005/8/layout/vList2"/>
    <dgm:cxn modelId="{01DEEBE0-1308-4D6A-BE41-8344F2164115}" srcId="{C1AC25ED-27F3-4935-AC15-C2D3DE6FB4F6}" destId="{585A7482-2C0F-4878-8DA6-8CFB9124D8D7}" srcOrd="1" destOrd="0" parTransId="{00EC207C-9665-4246-AC4D-B35256E8331B}" sibTransId="{50D8D4E7-F7DE-4DB2-80FE-A767DA54FD27}"/>
    <dgm:cxn modelId="{00C568E7-FE95-469E-A3FF-0325B5924CF7}" srcId="{C1AC25ED-27F3-4935-AC15-C2D3DE6FB4F6}" destId="{70D15786-CD1B-4D44-9B80-9BBB90835AE2}" srcOrd="2" destOrd="0" parTransId="{39A406F3-9084-44B1-8B0A-77B14F6D43A9}" sibTransId="{45916AA4-AF2A-4928-A91E-A7F1C7995901}"/>
    <dgm:cxn modelId="{BA29FCF0-B7A4-4F83-AE08-96B45BC6A3D8}" srcId="{6F647D78-1FBB-4189-A98C-70C368760E40}" destId="{E11E26CA-4508-4541-8F80-E9D44617C163}" srcOrd="0" destOrd="0" parTransId="{35094948-4C4F-49D5-996A-E50550760AD7}" sibTransId="{6E819CF2-83C1-4291-809A-FF09E515FA12}"/>
    <dgm:cxn modelId="{A8D98AFE-4FF0-4E5D-AF36-18C87C7A5EBF}" srcId="{5FD6A7E4-A44A-40AD-A67D-E4F049F8E2FE}" destId="{EAE39695-1E76-4BE2-BFAD-668E9DB62F3B}" srcOrd="3" destOrd="0" parTransId="{7A3F7BF7-971A-4C72-BE48-6A43E53FB868}" sibTransId="{274D33E5-0A2A-4DE0-BD45-33BE888A9993}"/>
    <dgm:cxn modelId="{F0B7122F-8F57-4989-A334-770F4140A7F3}" type="presParOf" srcId="{2B257FE6-D8C4-418D-979A-9D79FB390635}" destId="{CFFFE70E-121C-4829-B3B4-32C8FAF603CF}" srcOrd="0" destOrd="0" presId="urn:microsoft.com/office/officeart/2005/8/layout/vList2"/>
    <dgm:cxn modelId="{5374BF8E-2DD4-48D7-B455-E4187B43D042}" type="presParOf" srcId="{2B257FE6-D8C4-418D-979A-9D79FB390635}" destId="{C01B177E-7F69-42A3-AFBD-ECA14617325D}" srcOrd="1" destOrd="0" presId="urn:microsoft.com/office/officeart/2005/8/layout/vList2"/>
    <dgm:cxn modelId="{8D2D0008-8384-430C-ACC1-0FE0EE71B4BB}" type="presParOf" srcId="{2B257FE6-D8C4-418D-979A-9D79FB390635}" destId="{50A79FE2-E514-4B7F-B0CB-00B202AD7541}" srcOrd="2" destOrd="0" presId="urn:microsoft.com/office/officeart/2005/8/layout/vList2"/>
    <dgm:cxn modelId="{55EB712A-EE3F-4AC1-839F-EBED8016F1AA}" type="presParOf" srcId="{2B257FE6-D8C4-418D-979A-9D79FB390635}" destId="{FA019315-B1A5-4A1C-A349-05061CC89DC4}" srcOrd="3" destOrd="0" presId="urn:microsoft.com/office/officeart/2005/8/layout/vList2"/>
    <dgm:cxn modelId="{6579BEF5-84FD-46E5-B115-C5A832454538}" type="presParOf" srcId="{2B257FE6-D8C4-418D-979A-9D79FB390635}" destId="{E968591A-7C22-4836-9691-C797D7221524}" srcOrd="4" destOrd="0" presId="urn:microsoft.com/office/officeart/2005/8/layout/vList2"/>
    <dgm:cxn modelId="{10C19A9A-CCD0-40AC-AD92-B4F4505AF92C}" type="presParOf" srcId="{2B257FE6-D8C4-418D-979A-9D79FB390635}" destId="{50E67DC2-6784-4093-89BF-2C605D34980F}" srcOrd="5" destOrd="0" presId="urn:microsoft.com/office/officeart/2005/8/layout/vList2"/>
    <dgm:cxn modelId="{A5C7A917-0C71-4141-B382-39E2AD58FBC9}" type="presParOf" srcId="{2B257FE6-D8C4-418D-979A-9D79FB390635}" destId="{C79B6C70-B98F-4FBE-948C-8DDF6E0541D9}" srcOrd="6" destOrd="0" presId="urn:microsoft.com/office/officeart/2005/8/layout/vList2"/>
    <dgm:cxn modelId="{80F530B3-A231-4421-B658-3A15DD3F0B28}" type="presParOf" srcId="{2B257FE6-D8C4-418D-979A-9D79FB390635}" destId="{6F39B13B-5ABE-4781-B062-5C1EE01F3ABF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505C7-5152-D545-9F23-D30152248015}">
      <dsp:nvSpPr>
        <dsp:cNvPr id="0" name=""/>
        <dsp:cNvSpPr/>
      </dsp:nvSpPr>
      <dsp:spPr>
        <a:xfrm>
          <a:off x="0" y="18643"/>
          <a:ext cx="1704441" cy="681776"/>
        </a:xfrm>
        <a:prstGeom prst="rect">
          <a:avLst/>
        </a:prstGeom>
        <a:solidFill>
          <a:srgbClr val="00BEC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entury Gothic"/>
            </a:rPr>
            <a:t>Dayne</a:t>
          </a:r>
        </a:p>
      </dsp:txBody>
      <dsp:txXfrm>
        <a:off x="0" y="18643"/>
        <a:ext cx="1704441" cy="681776"/>
      </dsp:txXfrm>
    </dsp:sp>
    <dsp:sp modelId="{CB026C6B-F7B0-3E44-8A64-43A866C05961}">
      <dsp:nvSpPr>
        <dsp:cNvPr id="0" name=""/>
        <dsp:cNvSpPr/>
      </dsp:nvSpPr>
      <dsp:spPr>
        <a:xfrm>
          <a:off x="0" y="700420"/>
          <a:ext cx="1704441" cy="1054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Century Gothic"/>
            </a:rPr>
            <a:t>Getaway Driver</a:t>
          </a:r>
        </a:p>
      </dsp:txBody>
      <dsp:txXfrm>
        <a:off x="0" y="700420"/>
        <a:ext cx="1704441" cy="1054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505C7-5152-D545-9F23-D30152248015}">
      <dsp:nvSpPr>
        <dsp:cNvPr id="0" name=""/>
        <dsp:cNvSpPr/>
      </dsp:nvSpPr>
      <dsp:spPr>
        <a:xfrm>
          <a:off x="0" y="18643"/>
          <a:ext cx="1704441" cy="681776"/>
        </a:xfrm>
        <a:prstGeom prst="rect">
          <a:avLst/>
        </a:prstGeom>
        <a:solidFill>
          <a:srgbClr val="00BEC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entury Gothic"/>
            </a:rPr>
            <a:t>Elliot</a:t>
          </a:r>
        </a:p>
      </dsp:txBody>
      <dsp:txXfrm>
        <a:off x="0" y="18643"/>
        <a:ext cx="1704441" cy="681776"/>
      </dsp:txXfrm>
    </dsp:sp>
    <dsp:sp modelId="{CB026C6B-F7B0-3E44-8A64-43A866C05961}">
      <dsp:nvSpPr>
        <dsp:cNvPr id="0" name=""/>
        <dsp:cNvSpPr/>
      </dsp:nvSpPr>
      <dsp:spPr>
        <a:xfrm>
          <a:off x="0" y="700420"/>
          <a:ext cx="1704441" cy="1054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Century Gothic"/>
            </a:rPr>
            <a:t>Gadget Specialist</a:t>
          </a:r>
        </a:p>
      </dsp:txBody>
      <dsp:txXfrm>
        <a:off x="0" y="700420"/>
        <a:ext cx="1704441" cy="1054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505C7-5152-D545-9F23-D30152248015}">
      <dsp:nvSpPr>
        <dsp:cNvPr id="0" name=""/>
        <dsp:cNvSpPr/>
      </dsp:nvSpPr>
      <dsp:spPr>
        <a:xfrm>
          <a:off x="0" y="18643"/>
          <a:ext cx="1704441" cy="681776"/>
        </a:xfrm>
        <a:prstGeom prst="rect">
          <a:avLst/>
        </a:prstGeom>
        <a:solidFill>
          <a:srgbClr val="00BEC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entury Gothic"/>
            </a:rPr>
            <a:t>Emma</a:t>
          </a:r>
        </a:p>
      </dsp:txBody>
      <dsp:txXfrm>
        <a:off x="0" y="18643"/>
        <a:ext cx="1704441" cy="681776"/>
      </dsp:txXfrm>
    </dsp:sp>
    <dsp:sp modelId="{CB026C6B-F7B0-3E44-8A64-43A866C05961}">
      <dsp:nvSpPr>
        <dsp:cNvPr id="0" name=""/>
        <dsp:cNvSpPr/>
      </dsp:nvSpPr>
      <dsp:spPr>
        <a:xfrm>
          <a:off x="0" y="700420"/>
          <a:ext cx="1704441" cy="1054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Century Gothic"/>
            </a:rPr>
            <a:t>Night-Owl Operative</a:t>
          </a:r>
        </a:p>
      </dsp:txBody>
      <dsp:txXfrm>
        <a:off x="0" y="700420"/>
        <a:ext cx="1704441" cy="1054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505C7-5152-D545-9F23-D30152248015}">
      <dsp:nvSpPr>
        <dsp:cNvPr id="0" name=""/>
        <dsp:cNvSpPr/>
      </dsp:nvSpPr>
      <dsp:spPr>
        <a:xfrm>
          <a:off x="0" y="50291"/>
          <a:ext cx="1704441" cy="662400"/>
        </a:xfrm>
        <a:prstGeom prst="rect">
          <a:avLst/>
        </a:prstGeom>
        <a:solidFill>
          <a:srgbClr val="00BEC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/>
            </a:rPr>
            <a:t>Cameron</a:t>
          </a:r>
        </a:p>
      </dsp:txBody>
      <dsp:txXfrm>
        <a:off x="0" y="50291"/>
        <a:ext cx="1704441" cy="662400"/>
      </dsp:txXfrm>
    </dsp:sp>
    <dsp:sp modelId="{CB026C6B-F7B0-3E44-8A64-43A866C05961}">
      <dsp:nvSpPr>
        <dsp:cNvPr id="0" name=""/>
        <dsp:cNvSpPr/>
      </dsp:nvSpPr>
      <dsp:spPr>
        <a:xfrm>
          <a:off x="0" y="712692"/>
          <a:ext cx="1704441" cy="10101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Century Gothic"/>
            </a:rPr>
            <a:t>Sleep-deprived Spy</a:t>
          </a:r>
        </a:p>
      </dsp:txBody>
      <dsp:txXfrm>
        <a:off x="0" y="712692"/>
        <a:ext cx="1704441" cy="1010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505C7-5152-D545-9F23-D30152248015}">
      <dsp:nvSpPr>
        <dsp:cNvPr id="0" name=""/>
        <dsp:cNvSpPr/>
      </dsp:nvSpPr>
      <dsp:spPr>
        <a:xfrm>
          <a:off x="0" y="18643"/>
          <a:ext cx="1704441" cy="681776"/>
        </a:xfrm>
        <a:prstGeom prst="rect">
          <a:avLst/>
        </a:prstGeom>
        <a:solidFill>
          <a:srgbClr val="00BEC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entury Gothic"/>
            </a:rPr>
            <a:t>Suzanne</a:t>
          </a:r>
        </a:p>
      </dsp:txBody>
      <dsp:txXfrm>
        <a:off x="0" y="18643"/>
        <a:ext cx="1704441" cy="681776"/>
      </dsp:txXfrm>
    </dsp:sp>
    <dsp:sp modelId="{CB026C6B-F7B0-3E44-8A64-43A866C05961}">
      <dsp:nvSpPr>
        <dsp:cNvPr id="0" name=""/>
        <dsp:cNvSpPr/>
      </dsp:nvSpPr>
      <dsp:spPr>
        <a:xfrm>
          <a:off x="0" y="700420"/>
          <a:ext cx="1704441" cy="1054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Century Gothic"/>
            </a:rPr>
            <a:t>Hacker</a:t>
          </a:r>
        </a:p>
      </dsp:txBody>
      <dsp:txXfrm>
        <a:off x="0" y="700420"/>
        <a:ext cx="1704441" cy="1054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4B301-C586-429C-AE6F-A257720AB22E}">
      <dsp:nvSpPr>
        <dsp:cNvPr id="0" name=""/>
        <dsp:cNvSpPr/>
      </dsp:nvSpPr>
      <dsp:spPr>
        <a:xfrm>
          <a:off x="749" y="390919"/>
          <a:ext cx="3226221" cy="3871465"/>
        </a:xfrm>
        <a:prstGeom prst="roundRect">
          <a:avLst>
            <a:gd name="adj" fmla="val 5000"/>
          </a:avLst>
        </a:prstGeom>
        <a:solidFill>
          <a:srgbClr val="00BEC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marL="0" lvl="0" indent="0" algn="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  <a:latin typeface="Century Gothic" panose="020B0502020202020204"/>
            </a:rPr>
            <a:t>Original</a:t>
          </a:r>
          <a:endParaRPr lang="en-US" sz="3100" kern="1200" dirty="0">
            <a:solidFill>
              <a:schemeClr val="bg1"/>
            </a:solidFill>
            <a:latin typeface="Century Gothic" panose="020B0502020202020204"/>
          </a:endParaRPr>
        </a:p>
      </dsp:txBody>
      <dsp:txXfrm rot="16200000">
        <a:off x="-1263928" y="1655598"/>
        <a:ext cx="3174601" cy="645244"/>
      </dsp:txXfrm>
    </dsp:sp>
    <dsp:sp modelId="{673436BC-78DD-4D2B-A12B-4737B7C4DE87}">
      <dsp:nvSpPr>
        <dsp:cNvPr id="0" name=""/>
        <dsp:cNvSpPr/>
      </dsp:nvSpPr>
      <dsp:spPr>
        <a:xfrm>
          <a:off x="645993" y="390919"/>
          <a:ext cx="2403534" cy="3871465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Encrypt Messages on Site.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Gadget Store.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Connect spies.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Contract Spies.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Security.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45993" y="390919"/>
        <a:ext cx="2403534" cy="3871465"/>
      </dsp:txXfrm>
    </dsp:sp>
    <dsp:sp modelId="{C18106B7-02B6-4815-8CD7-DCB61988DFE1}">
      <dsp:nvSpPr>
        <dsp:cNvPr id="0" name=""/>
        <dsp:cNvSpPr/>
      </dsp:nvSpPr>
      <dsp:spPr>
        <a:xfrm>
          <a:off x="3339888" y="390919"/>
          <a:ext cx="3226221" cy="3871465"/>
        </a:xfrm>
        <a:prstGeom prst="roundRect">
          <a:avLst>
            <a:gd name="adj" fmla="val 5000"/>
          </a:avLst>
        </a:prstGeom>
        <a:solidFill>
          <a:srgbClr val="00BEC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marL="0" lvl="0" indent="0" algn="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  <a:latin typeface="Century Gothic" panose="020B0502020202020204"/>
            </a:rPr>
            <a:t>What Changed </a:t>
          </a:r>
          <a:endParaRPr lang="en-US" sz="3100" kern="1200" dirty="0">
            <a:solidFill>
              <a:schemeClr val="bg1"/>
            </a:solidFill>
          </a:endParaRPr>
        </a:p>
      </dsp:txBody>
      <dsp:txXfrm rot="16200000">
        <a:off x="2075209" y="1655598"/>
        <a:ext cx="3174601" cy="645244"/>
      </dsp:txXfrm>
    </dsp:sp>
    <dsp:sp modelId="{2808DA56-A672-493C-8690-77B21347EF68}">
      <dsp:nvSpPr>
        <dsp:cNvPr id="0" name=""/>
        <dsp:cNvSpPr/>
      </dsp:nvSpPr>
      <dsp:spPr>
        <a:xfrm rot="5400000">
          <a:off x="3071389" y="3469638"/>
          <a:ext cx="569260" cy="483933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8C88F-44DA-44CC-AF69-61B81DDBEBCE}">
      <dsp:nvSpPr>
        <dsp:cNvPr id="0" name=""/>
        <dsp:cNvSpPr/>
      </dsp:nvSpPr>
      <dsp:spPr>
        <a:xfrm>
          <a:off x="3985132" y="390919"/>
          <a:ext cx="2403534" cy="3871465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Time constraints restricted us.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Out of scope.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Overhauled UI for use ability.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Direct connections.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Updated data base.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3985132" y="390919"/>
        <a:ext cx="2403534" cy="3871465"/>
      </dsp:txXfrm>
    </dsp:sp>
    <dsp:sp modelId="{D2280B4E-9B94-4B6B-BE67-E71C981E14FA}">
      <dsp:nvSpPr>
        <dsp:cNvPr id="0" name=""/>
        <dsp:cNvSpPr/>
      </dsp:nvSpPr>
      <dsp:spPr>
        <a:xfrm>
          <a:off x="6679027" y="390919"/>
          <a:ext cx="3226221" cy="3871465"/>
        </a:xfrm>
        <a:prstGeom prst="roundRect">
          <a:avLst>
            <a:gd name="adj" fmla="val 5000"/>
          </a:avLst>
        </a:prstGeom>
        <a:solidFill>
          <a:srgbClr val="00BEC0"/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137795" bIns="0" numCol="1" spcCol="1270" anchor="t" anchorCtr="0">
          <a:noAutofit/>
        </a:bodyPr>
        <a:lstStyle/>
        <a:p>
          <a:pPr marL="0" lvl="0" indent="0" algn="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  <a:latin typeface="Century Gothic" panose="020B0502020202020204"/>
            </a:rPr>
            <a:t>Where we are </a:t>
          </a:r>
          <a:endParaRPr lang="en-US" sz="3100" kern="1200" dirty="0">
            <a:solidFill>
              <a:schemeClr val="bg1"/>
            </a:solidFill>
          </a:endParaRPr>
        </a:p>
      </dsp:txBody>
      <dsp:txXfrm rot="16200000">
        <a:off x="5414348" y="1655598"/>
        <a:ext cx="3174601" cy="645244"/>
      </dsp:txXfrm>
    </dsp:sp>
    <dsp:sp modelId="{5912981D-AB6E-4C0F-A5C1-EC02EE8A8B2F}">
      <dsp:nvSpPr>
        <dsp:cNvPr id="0" name=""/>
        <dsp:cNvSpPr/>
      </dsp:nvSpPr>
      <dsp:spPr>
        <a:xfrm rot="5400000">
          <a:off x="6410528" y="3469638"/>
          <a:ext cx="569260" cy="483933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9742C-FE1A-40B6-9DAD-90D0A7E6A187}">
      <dsp:nvSpPr>
        <dsp:cNvPr id="0" name=""/>
        <dsp:cNvSpPr/>
      </dsp:nvSpPr>
      <dsp:spPr>
        <a:xfrm>
          <a:off x="7324271" y="390919"/>
          <a:ext cx="2403534" cy="3871465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No encryption of posted messages.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No store.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Full Direct messaging and posting capabilities.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Full contract page.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solidFill>
              <a:schemeClr val="bg1"/>
            </a:solidFill>
            <a:latin typeface="Century Gothic" panose="020B0502020202020204"/>
          </a:endParaRP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Century Gothic" panose="020B0502020202020204"/>
            </a:rPr>
            <a:t>Secure connectivity.</a:t>
          </a:r>
        </a:p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solidFill>
              <a:schemeClr val="bg1"/>
            </a:solidFill>
            <a:latin typeface="Century Gothic" panose="020B0502020202020204"/>
          </a:endParaRPr>
        </a:p>
      </dsp:txBody>
      <dsp:txXfrm>
        <a:off x="7324271" y="390919"/>
        <a:ext cx="2403534" cy="38714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39DF2-2CB3-A747-87CD-0C655150A72E}">
      <dsp:nvSpPr>
        <dsp:cNvPr id="0" name=""/>
        <dsp:cNvSpPr/>
      </dsp:nvSpPr>
      <dsp:spPr>
        <a:xfrm>
          <a:off x="0" y="637802"/>
          <a:ext cx="9809998" cy="452790"/>
        </a:xfrm>
        <a:prstGeom prst="roundRect">
          <a:avLst/>
        </a:prstGeom>
        <a:solidFill>
          <a:srgbClr val="00BE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</a:t>
          </a:r>
          <a:r>
            <a:rPr lang="en-US" sz="1800" kern="1200" dirty="0"/>
            <a:t> </a:t>
          </a:r>
          <a:r>
            <a:rPr lang="en-US" sz="1800" kern="1200" dirty="0">
              <a:latin typeface="Aptos" panose="020B0004020202020204" pitchFamily="34" charset="0"/>
            </a:rPr>
            <a:t>– Full user authentication and data security using third-party providers and RLS.</a:t>
          </a:r>
        </a:p>
      </dsp:txBody>
      <dsp:txXfrm>
        <a:off x="22103" y="659905"/>
        <a:ext cx="9765792" cy="408584"/>
      </dsp:txXfrm>
    </dsp:sp>
    <dsp:sp modelId="{4626B676-1182-7240-B60D-7D5D6978413C}">
      <dsp:nvSpPr>
        <dsp:cNvPr id="0" name=""/>
        <dsp:cNvSpPr/>
      </dsp:nvSpPr>
      <dsp:spPr>
        <a:xfrm>
          <a:off x="0" y="1142432"/>
          <a:ext cx="9809998" cy="452790"/>
        </a:xfrm>
        <a:prstGeom prst="roundRect">
          <a:avLst/>
        </a:prstGeom>
        <a:solidFill>
          <a:srgbClr val="00BE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rgbClr val="FFFFFF"/>
              </a:solidFill>
              <a:latin typeface="Aptos"/>
              <a:ea typeface="+mn-ea"/>
              <a:cs typeface="+mn-cs"/>
            </a:rPr>
            <a:t>Contract Listings </a:t>
          </a:r>
          <a:r>
            <a:rPr lang="en-US" sz="1800" kern="1200">
              <a:solidFill>
                <a:srgbClr val="FFFFFF"/>
              </a:solidFill>
              <a:latin typeface="Aptos"/>
              <a:ea typeface="+mn-ea"/>
              <a:cs typeface="+mn-cs"/>
            </a:rPr>
            <a:t>– Users can post and accept spy-related job contracts.</a:t>
          </a:r>
        </a:p>
      </dsp:txBody>
      <dsp:txXfrm>
        <a:off x="22103" y="1164535"/>
        <a:ext cx="9765792" cy="408584"/>
      </dsp:txXfrm>
    </dsp:sp>
    <dsp:sp modelId="{67071B65-0CB8-CE43-BACE-D4AEC69A7EE5}">
      <dsp:nvSpPr>
        <dsp:cNvPr id="0" name=""/>
        <dsp:cNvSpPr/>
      </dsp:nvSpPr>
      <dsp:spPr>
        <a:xfrm>
          <a:off x="0" y="1647062"/>
          <a:ext cx="9809998" cy="452790"/>
        </a:xfrm>
        <a:prstGeom prst="roundRect">
          <a:avLst/>
        </a:prstGeom>
        <a:solidFill>
          <a:srgbClr val="00BE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Direct Messaging</a:t>
          </a:r>
          <a:r>
            <a:rPr lang="en-US" sz="18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– Secure one-to-one communication between users.</a:t>
          </a:r>
        </a:p>
      </dsp:txBody>
      <dsp:txXfrm>
        <a:off x="22103" y="1669165"/>
        <a:ext cx="9765792" cy="408584"/>
      </dsp:txXfrm>
    </dsp:sp>
    <dsp:sp modelId="{6D9CC60B-70AD-E446-802E-9B2E99BC6D75}">
      <dsp:nvSpPr>
        <dsp:cNvPr id="0" name=""/>
        <dsp:cNvSpPr/>
      </dsp:nvSpPr>
      <dsp:spPr>
        <a:xfrm>
          <a:off x="0" y="2151692"/>
          <a:ext cx="9809998" cy="452790"/>
        </a:xfrm>
        <a:prstGeom prst="roundRect">
          <a:avLst/>
        </a:prstGeom>
        <a:solidFill>
          <a:srgbClr val="00BE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Contact via Listings</a:t>
          </a:r>
          <a:r>
            <a:rPr lang="en-US" sz="18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– Ability to reach out directly to the poster of a contract from the listing.</a:t>
          </a:r>
        </a:p>
      </dsp:txBody>
      <dsp:txXfrm>
        <a:off x="22103" y="2173795"/>
        <a:ext cx="9765792" cy="408584"/>
      </dsp:txXfrm>
    </dsp:sp>
    <dsp:sp modelId="{211BB175-87E6-1046-83BB-C15A16A3480F}">
      <dsp:nvSpPr>
        <dsp:cNvPr id="0" name=""/>
        <dsp:cNvSpPr/>
      </dsp:nvSpPr>
      <dsp:spPr>
        <a:xfrm>
          <a:off x="0" y="2656321"/>
          <a:ext cx="9809998" cy="452790"/>
        </a:xfrm>
        <a:prstGeom prst="roundRect">
          <a:avLst/>
        </a:prstGeom>
        <a:solidFill>
          <a:srgbClr val="00BE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 panose="02110004020202020204"/>
              <a:ea typeface="+mn-ea"/>
              <a:cs typeface="+mn-cs"/>
            </a:rPr>
            <a:t>Search and Connect</a:t>
          </a:r>
          <a:r>
            <a:rPr lang="en-US" sz="1800" kern="1200" dirty="0">
              <a:latin typeface="Aptos" panose="02110004020202020204"/>
              <a:ea typeface="+mn-ea"/>
              <a:cs typeface="+mn-cs"/>
            </a:rPr>
            <a:t> – Search for spies and initiate conversations based on profile or contract.</a:t>
          </a:r>
        </a:p>
      </dsp:txBody>
      <dsp:txXfrm>
        <a:off x="22103" y="2678424"/>
        <a:ext cx="9765792" cy="4085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FE70E-121C-4829-B3B4-32C8FAF603CF}">
      <dsp:nvSpPr>
        <dsp:cNvPr id="0" name=""/>
        <dsp:cNvSpPr/>
      </dsp:nvSpPr>
      <dsp:spPr>
        <a:xfrm>
          <a:off x="0" y="33365"/>
          <a:ext cx="99060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 panose="020B0502020202020204"/>
            </a:rPr>
            <a:t>Most Difficult Tasks</a:t>
          </a:r>
          <a:endParaRPr lang="en-US" sz="2000" kern="1200"/>
        </a:p>
      </dsp:txBody>
      <dsp:txXfrm>
        <a:off x="23417" y="56782"/>
        <a:ext cx="9859166" cy="432866"/>
      </dsp:txXfrm>
    </dsp:sp>
    <dsp:sp modelId="{C01B177E-7F69-42A3-AFBD-ECA14617325D}">
      <dsp:nvSpPr>
        <dsp:cNvPr id="0" name=""/>
        <dsp:cNvSpPr/>
      </dsp:nvSpPr>
      <dsp:spPr>
        <a:xfrm>
          <a:off x="0" y="513065"/>
          <a:ext cx="990600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6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Century Gothic" panose="020B0502020202020204"/>
            </a:rPr>
            <a:t>Jinja and Flask was not very readable.</a:t>
          </a:r>
          <a:endParaRPr lang="en-US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Century Gothic" panose="020B0502020202020204"/>
            </a:rPr>
            <a:t>Implementing </a:t>
          </a:r>
          <a:r>
            <a:rPr lang="en-US" sz="1600" kern="1200" err="1">
              <a:latin typeface="Century Gothic" panose="020B0502020202020204"/>
            </a:rPr>
            <a:t>Supabase</a:t>
          </a:r>
          <a:r>
            <a:rPr lang="en-US" sz="1600" kern="1200">
              <a:latin typeface="Century Gothic" panose="020B0502020202020204"/>
            </a:rPr>
            <a:t> also brought its own challenges, as youface was built on tinydb.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>
            <a:latin typeface="Century Gothic" panose="020B0502020202020204"/>
          </a:endParaRPr>
        </a:p>
      </dsp:txBody>
      <dsp:txXfrm>
        <a:off x="0" y="513065"/>
        <a:ext cx="9906000" cy="828000"/>
      </dsp:txXfrm>
    </dsp:sp>
    <dsp:sp modelId="{50A79FE2-E514-4B7F-B0CB-00B202AD7541}">
      <dsp:nvSpPr>
        <dsp:cNvPr id="0" name=""/>
        <dsp:cNvSpPr/>
      </dsp:nvSpPr>
      <dsp:spPr>
        <a:xfrm>
          <a:off x="0" y="1341065"/>
          <a:ext cx="99060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 panose="020B0502020202020204"/>
            </a:rPr>
            <a:t>Most Interesting Tasks</a:t>
          </a:r>
          <a:endParaRPr lang="en-US" sz="2000" kern="1200"/>
        </a:p>
      </dsp:txBody>
      <dsp:txXfrm>
        <a:off x="23417" y="1364482"/>
        <a:ext cx="9859166" cy="432866"/>
      </dsp:txXfrm>
    </dsp:sp>
    <dsp:sp modelId="{FA019315-B1A5-4A1C-A349-05061CC89DC4}">
      <dsp:nvSpPr>
        <dsp:cNvPr id="0" name=""/>
        <dsp:cNvSpPr/>
      </dsp:nvSpPr>
      <dsp:spPr>
        <a:xfrm>
          <a:off x="0" y="1820765"/>
          <a:ext cx="99060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6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err="1">
              <a:latin typeface="Century Gothic" panose="020B0502020202020204"/>
            </a:rPr>
            <a:t>Supabase</a:t>
          </a:r>
          <a:r>
            <a:rPr lang="en-US" sz="1600" kern="1200">
              <a:latin typeface="Century Gothic" panose="020B0502020202020204"/>
            </a:rPr>
            <a:t> was cool with its schema visualizer and its many built in security features.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>
            <a:latin typeface="Century Gothic" panose="020B0502020202020204"/>
          </a:endParaRPr>
        </a:p>
      </dsp:txBody>
      <dsp:txXfrm>
        <a:off x="0" y="1820765"/>
        <a:ext cx="9906000" cy="558900"/>
      </dsp:txXfrm>
    </dsp:sp>
    <dsp:sp modelId="{E968591A-7C22-4836-9691-C797D7221524}">
      <dsp:nvSpPr>
        <dsp:cNvPr id="0" name=""/>
        <dsp:cNvSpPr/>
      </dsp:nvSpPr>
      <dsp:spPr>
        <a:xfrm>
          <a:off x="0" y="2379665"/>
          <a:ext cx="99060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 panose="020B0502020202020204"/>
            </a:rPr>
            <a:t>What we Would Change</a:t>
          </a:r>
        </a:p>
      </dsp:txBody>
      <dsp:txXfrm>
        <a:off x="23417" y="2403082"/>
        <a:ext cx="9859166" cy="432866"/>
      </dsp:txXfrm>
    </dsp:sp>
    <dsp:sp modelId="{50E67DC2-6784-4093-89BF-2C605D34980F}">
      <dsp:nvSpPr>
        <dsp:cNvPr id="0" name=""/>
        <dsp:cNvSpPr/>
      </dsp:nvSpPr>
      <dsp:spPr>
        <a:xfrm>
          <a:off x="0" y="2859365"/>
          <a:ext cx="9906000" cy="128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6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Century Gothic" panose="020B0502020202020204"/>
            </a:rPr>
            <a:t>Take advantage of github issues and or our Kanban board more. We didn't use it well to see what each person was working on.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Century Gothic" panose="020B0502020202020204"/>
            </a:rPr>
            <a:t>Implementing Supabase earlier would have also allowed us to work more on </a:t>
          </a:r>
          <a:r>
            <a:rPr lang="en-US" sz="1600" kern="1200" err="1">
              <a:latin typeface="Century Gothic" panose="020B0502020202020204"/>
            </a:rPr>
            <a:t>youface</a:t>
          </a:r>
          <a:r>
            <a:rPr lang="en-US" sz="1600" kern="1200">
              <a:latin typeface="Century Gothic" panose="020B0502020202020204"/>
            </a:rPr>
            <a:t> and handlers so we could've done more.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>
            <a:latin typeface="Century Gothic" panose="020B0502020202020204"/>
          </a:endParaRPr>
        </a:p>
      </dsp:txBody>
      <dsp:txXfrm>
        <a:off x="0" y="2859365"/>
        <a:ext cx="9906000" cy="1283400"/>
      </dsp:txXfrm>
    </dsp:sp>
    <dsp:sp modelId="{C79B6C70-B98F-4FBE-948C-8DDF6E0541D9}">
      <dsp:nvSpPr>
        <dsp:cNvPr id="0" name=""/>
        <dsp:cNvSpPr/>
      </dsp:nvSpPr>
      <dsp:spPr>
        <a:xfrm>
          <a:off x="0" y="4142765"/>
          <a:ext cx="99060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 panose="020B0502020202020204"/>
            </a:rPr>
            <a:t>Other Notes</a:t>
          </a:r>
        </a:p>
      </dsp:txBody>
      <dsp:txXfrm>
        <a:off x="23417" y="4166182"/>
        <a:ext cx="9859166" cy="432866"/>
      </dsp:txXfrm>
    </dsp:sp>
    <dsp:sp modelId="{6F39B13B-5ABE-4781-B062-5C1EE01F3ABF}">
      <dsp:nvSpPr>
        <dsp:cNvPr id="0" name=""/>
        <dsp:cNvSpPr/>
      </dsp:nvSpPr>
      <dsp:spPr>
        <a:xfrm>
          <a:off x="0" y="4622465"/>
          <a:ext cx="99060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6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err="1">
              <a:latin typeface="Century Gothic" panose="020B0502020202020204"/>
            </a:rPr>
            <a:t>Github</a:t>
          </a:r>
          <a:r>
            <a:rPr lang="en-US" sz="1600" kern="1200">
              <a:latin typeface="Century Gothic" panose="020B0502020202020204"/>
            </a:rPr>
            <a:t> and </a:t>
          </a:r>
          <a:r>
            <a:rPr lang="en-US" sz="1600" kern="1200" err="1">
              <a:latin typeface="Century Gothic" panose="020B0502020202020204"/>
            </a:rPr>
            <a:t>github</a:t>
          </a:r>
          <a:r>
            <a:rPr lang="en-US" sz="1600" kern="1200">
              <a:latin typeface="Century Gothic" panose="020B0502020202020204"/>
            </a:rPr>
            <a:t> branches were so valuable for this project and in general.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Century Gothic" panose="020B0502020202020204"/>
            </a:rPr>
            <a:t>Flask is slow for connections and with data flow.</a:t>
          </a:r>
        </a:p>
      </dsp:txBody>
      <dsp:txXfrm>
        <a:off x="0" y="4622465"/>
        <a:ext cx="9906000" cy="558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9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9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4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7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0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9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9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8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52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95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95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7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4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30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8757-2480-AEEF-392C-0146F7FC5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7C385-1C36-AF04-6311-FCD49AAA8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347D1-F86C-2552-4C28-4CBDC54F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E35A-9956-AD64-372D-C0F99819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F051-8B38-1F67-3B56-0963B1A8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41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770C-C39B-ED5D-89F1-592B718D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85D63-3187-0DDA-1524-CA2AF6427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ED9E5-E67F-7AF1-60A1-3C0245DE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BEDD-4180-DD4F-DF80-23C1E9AB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22E57-0638-87BB-1062-9857AB5E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025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33F4-48F9-6BC3-8E2B-737B3B55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DA9A-6AF8-16D5-A82B-B1ADAA89B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633C0-34B4-F963-33A6-B6BE3E0A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81CC3-4F59-95EA-AF2B-B8769BE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26AB6-CB5E-5756-DACF-73FFB75B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0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0A9C-22A0-3B7C-3F09-6468BC61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B7C99-2D90-1F14-0911-400C580A5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B097C-C4CE-BBA5-BD22-C7B1369D7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E7A6B-279F-FABB-9C20-CF744449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37891-F9A5-ADCC-F1D6-0575501A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773A9-FE12-30EE-DFB1-83E1990D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32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9182-E690-570E-5C3A-866193D3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993C-BC65-14A2-C342-03EA8DBAC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24D51-D9A7-1E78-8DA0-513DD7BA6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54D5C-334B-0C65-8F4C-85F03AAFF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DAF16-DDCE-26E4-01EF-8E3E847F1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82CA2-3575-F038-A962-9744091D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E0A39-89C2-C16B-A809-29C2516A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E105B-5024-A239-FBD3-86420E35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980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F734-D31C-FD17-5E6D-036C469C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02D1C-E52C-9841-381C-58F927AE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98586-31F4-81AC-3A4F-0348A38D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E99CD-2D97-7C9A-E28B-73F30BCC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94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70F12-A826-8900-97EF-9E0A3747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C3AC0-1C64-A6B5-02E7-A8B7F359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17D7-2664-DE14-37C2-3612A3FD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852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2246-F178-74AB-0E25-88DBD28A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2273-9D5A-8D1B-D8FF-2774E0BAB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54F52-77EC-0A2B-9C96-C6B818C8F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83B2E-8660-1ADF-1AA3-4B7BBBCF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0158E-68A6-A2B5-4321-64D782D8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1F576-BF47-02D0-3E10-3A982788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833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E52B-C871-7C9E-A695-48391162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2C936-131D-ED7E-2C6B-A9B1BA2B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4CCE8-5C29-B0C5-F7AE-A8BFD6D8C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54563-13DA-2D87-FEAF-213A51B0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2C511-F882-334B-FA28-D2C31CF6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95BD5-E700-B0DC-C529-2312791D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08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B046-D91B-B993-D682-A3F81C6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8F956-BDC3-03F1-7C76-BB2024A63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342E8-28B4-F45E-FFE2-6598E803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3AD8E-810F-2F91-56C9-0BCDEE10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3BE1F-F2B0-3C4D-059E-08923837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926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EC8F33-C390-891F-335E-D1792CBB1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4114D-2CC0-8A0F-EE0D-8E48E7424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8F040-5856-6EB7-52B4-87634389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3EE6E-C862-CA2B-C5CA-451883F7B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5802A-877C-1920-B445-745A9DDE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3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9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2ABF1-D11F-4E1F-4BA9-5B0A13AF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865C0-B9A8-993D-8F00-CF5D8D63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5460-08D3-3E64-99A5-2DEFA4C0F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AD50-5764-FBF3-0028-2EFD9A7D6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4C09D-08DF-B379-4F58-0F10E4822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26" Type="http://schemas.openxmlformats.org/officeDocument/2006/relationships/diagramData" Target="../diagrams/data5.xml"/><Relationship Id="rId3" Type="http://schemas.openxmlformats.org/officeDocument/2006/relationships/image" Target="../media/image4.svg"/><Relationship Id="rId21" Type="http://schemas.openxmlformats.org/officeDocument/2006/relationships/diagramData" Target="../diagrams/data4.xml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5" Type="http://schemas.microsoft.com/office/2007/relationships/diagramDrawing" Target="../diagrams/drawing4.xml"/><Relationship Id="rId2" Type="http://schemas.openxmlformats.org/officeDocument/2006/relationships/image" Target="../media/image3.png"/><Relationship Id="rId16" Type="http://schemas.openxmlformats.org/officeDocument/2006/relationships/diagramData" Target="../diagrams/data3.xml"/><Relationship Id="rId20" Type="http://schemas.microsoft.com/office/2007/relationships/diagramDrawing" Target="../diagrams/drawing3.xml"/><Relationship Id="rId29" Type="http://schemas.openxmlformats.org/officeDocument/2006/relationships/diagramColors" Target="../diagrams/colors5.xml"/><Relationship Id="rId1" Type="http://schemas.openxmlformats.org/officeDocument/2006/relationships/slideLayout" Target="../slideLayouts/slideLayout21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24" Type="http://schemas.openxmlformats.org/officeDocument/2006/relationships/diagramColors" Target="../diagrams/colors4.xml"/><Relationship Id="rId5" Type="http://schemas.openxmlformats.org/officeDocument/2006/relationships/image" Target="../media/image6.svg"/><Relationship Id="rId15" Type="http://schemas.microsoft.com/office/2007/relationships/diagramDrawing" Target="../diagrams/drawing2.xml"/><Relationship Id="rId23" Type="http://schemas.openxmlformats.org/officeDocument/2006/relationships/diagramQuickStyle" Target="../diagrams/quickStyle4.xml"/><Relationship Id="rId28" Type="http://schemas.openxmlformats.org/officeDocument/2006/relationships/diagramQuickStyle" Target="../diagrams/quickStyle5.xml"/><Relationship Id="rId10" Type="http://schemas.microsoft.com/office/2007/relationships/diagramDrawing" Target="../diagrams/drawing1.xml"/><Relationship Id="rId19" Type="http://schemas.openxmlformats.org/officeDocument/2006/relationships/diagramColors" Target="../diagrams/colors3.xml"/><Relationship Id="rId4" Type="http://schemas.openxmlformats.org/officeDocument/2006/relationships/image" Target="../media/image5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Relationship Id="rId22" Type="http://schemas.openxmlformats.org/officeDocument/2006/relationships/diagramLayout" Target="../diagrams/layout4.xml"/><Relationship Id="rId27" Type="http://schemas.openxmlformats.org/officeDocument/2006/relationships/diagramLayout" Target="../diagrams/layout5.xml"/><Relationship Id="rId30" Type="http://schemas.microsoft.com/office/2007/relationships/diagramDrawing" Target="../diagrams/drawin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C3BFF1-B714-3BBA-D63D-D4496BE1CD56}"/>
              </a:ext>
            </a:extLst>
          </p:cNvPr>
          <p:cNvSpPr/>
          <p:nvPr/>
        </p:nvSpPr>
        <p:spPr>
          <a:xfrm>
            <a:off x="-5953" y="0"/>
            <a:ext cx="12196882" cy="686207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of a spy&#10;&#10;AI-generated content may be incorrect.">
            <a:extLst>
              <a:ext uri="{FF2B5EF4-FFF2-40B4-BE49-F238E27FC236}">
                <a16:creationId xmlns:a16="http://schemas.microsoft.com/office/drawing/2014/main" id="{DAF9407A-C3F0-82EB-3558-9DCD7C5A2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245" y="583406"/>
            <a:ext cx="6077289" cy="850701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04A0FC4-BFE2-B813-68F7-977AECE15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779294"/>
            <a:ext cx="8676222" cy="1214438"/>
          </a:xfrm>
        </p:spPr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Dayne  |  Elliot  |  Emma |  Cameron  |  Suzanne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8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>
              <a:lumMod val="25000"/>
            </a:schemeClr>
          </a:fgClr>
          <a:bgClr>
            <a:schemeClr val="tx1">
              <a:lumMod val="85000"/>
              <a:lumOff val="15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CD8AD-2859-E371-92F2-4BBE4D34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E978-2580-E1A3-3F73-FE1CDD74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AFFFF"/>
                </a:solidFill>
                <a:latin typeface="Century Gothic"/>
              </a:rPr>
              <a:t>The </a:t>
            </a:r>
            <a:r>
              <a:rPr lang="en-US" sz="3200" b="1" dirty="0" err="1">
                <a:solidFill>
                  <a:srgbClr val="0AFFFF"/>
                </a:solidFill>
                <a:latin typeface="Century Gothic"/>
              </a:rPr>
              <a:t>MySpy</a:t>
            </a:r>
            <a:r>
              <a:rPr lang="en-US" sz="3200" b="1">
                <a:solidFill>
                  <a:srgbClr val="0AFFFF"/>
                </a:solidFill>
                <a:latin typeface="Century Gothic"/>
              </a:rPr>
              <a:t> Team</a:t>
            </a:r>
          </a:p>
        </p:txBody>
      </p:sp>
      <p:pic>
        <p:nvPicPr>
          <p:cNvPr id="7" name="Graphic 6" descr="Detective female with solid fill">
            <a:extLst>
              <a:ext uri="{FF2B5EF4-FFF2-40B4-BE49-F238E27FC236}">
                <a16:creationId xmlns:a16="http://schemas.microsoft.com/office/drawing/2014/main" id="{DA1AB603-0298-5783-D20C-8B1D56976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018487"/>
            <a:ext cx="914400" cy="914400"/>
          </a:xfrm>
          <a:prstGeom prst="rect">
            <a:avLst/>
          </a:prstGeom>
        </p:spPr>
      </p:pic>
      <p:pic>
        <p:nvPicPr>
          <p:cNvPr id="8" name="Graphic 7" descr="Detective female with solid fill">
            <a:extLst>
              <a:ext uri="{FF2B5EF4-FFF2-40B4-BE49-F238E27FC236}">
                <a16:creationId xmlns:a16="http://schemas.microsoft.com/office/drawing/2014/main" id="{D654D02A-B1D7-23EA-31F3-849DB7ACE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5183" y="2001465"/>
            <a:ext cx="914400" cy="914400"/>
          </a:xfrm>
          <a:prstGeom prst="rect">
            <a:avLst/>
          </a:prstGeom>
        </p:spPr>
      </p:pic>
      <p:pic>
        <p:nvPicPr>
          <p:cNvPr id="10" name="Graphic 9" descr="Detective male with solid fill">
            <a:extLst>
              <a:ext uri="{FF2B5EF4-FFF2-40B4-BE49-F238E27FC236}">
                <a16:creationId xmlns:a16="http://schemas.microsoft.com/office/drawing/2014/main" id="{FE9ECCAA-E981-43FB-D75F-28A2FEC26F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6991" y="2018487"/>
            <a:ext cx="914400" cy="914400"/>
          </a:xfrm>
          <a:prstGeom prst="rect">
            <a:avLst/>
          </a:prstGeom>
        </p:spPr>
      </p:pic>
      <p:pic>
        <p:nvPicPr>
          <p:cNvPr id="11" name="Graphic 10" descr="Detective male with solid fill">
            <a:extLst>
              <a:ext uri="{FF2B5EF4-FFF2-40B4-BE49-F238E27FC236}">
                <a16:creationId xmlns:a16="http://schemas.microsoft.com/office/drawing/2014/main" id="{8FF81064-FC9C-A765-4303-BB3949814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2417" y="2018487"/>
            <a:ext cx="914400" cy="914400"/>
          </a:xfrm>
          <a:prstGeom prst="rect">
            <a:avLst/>
          </a:prstGeom>
        </p:spPr>
      </p:pic>
      <p:pic>
        <p:nvPicPr>
          <p:cNvPr id="12" name="Graphic 11" descr="Detective male with solid fill">
            <a:extLst>
              <a:ext uri="{FF2B5EF4-FFF2-40B4-BE49-F238E27FC236}">
                <a16:creationId xmlns:a16="http://schemas.microsoft.com/office/drawing/2014/main" id="{8850AD12-6171-5561-B068-F7BB75901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0609" y="2018487"/>
            <a:ext cx="914400" cy="914400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3CA6F51-E177-4600-C998-245AA20366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05504726"/>
              </p:ext>
            </p:extLst>
          </p:nvPr>
        </p:nvGraphicFramePr>
        <p:xfrm>
          <a:off x="838200" y="3063159"/>
          <a:ext cx="1704441" cy="1773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476" name="Content Placeholder 5">
            <a:extLst>
              <a:ext uri="{FF2B5EF4-FFF2-40B4-BE49-F238E27FC236}">
                <a16:creationId xmlns:a16="http://schemas.microsoft.com/office/drawing/2014/main" id="{10838A1F-E1B8-2EC0-7FDB-35AFC20A96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790721"/>
              </p:ext>
            </p:extLst>
          </p:nvPr>
        </p:nvGraphicFramePr>
        <p:xfrm>
          <a:off x="3047427" y="3055138"/>
          <a:ext cx="1704441" cy="1773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486" name="Content Placeholder 5">
            <a:extLst>
              <a:ext uri="{FF2B5EF4-FFF2-40B4-BE49-F238E27FC236}">
                <a16:creationId xmlns:a16="http://schemas.microsoft.com/office/drawing/2014/main" id="{A7754E49-FBA8-194C-2249-49E2B071D9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319540"/>
              </p:ext>
            </p:extLst>
          </p:nvPr>
        </p:nvGraphicFramePr>
        <p:xfrm>
          <a:off x="5247487" y="3055138"/>
          <a:ext cx="1704441" cy="1773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aphicFrame>
        <p:nvGraphicFramePr>
          <p:cNvPr id="500" name="Content Placeholder 5">
            <a:extLst>
              <a:ext uri="{FF2B5EF4-FFF2-40B4-BE49-F238E27FC236}">
                <a16:creationId xmlns:a16="http://schemas.microsoft.com/office/drawing/2014/main" id="{AD5D1B3A-8660-D252-96F9-F3545F40A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6054952"/>
              </p:ext>
            </p:extLst>
          </p:nvPr>
        </p:nvGraphicFramePr>
        <p:xfrm>
          <a:off x="7395983" y="3060867"/>
          <a:ext cx="1704441" cy="1773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aphicFrame>
        <p:nvGraphicFramePr>
          <p:cNvPr id="510" name="Content Placeholder 5">
            <a:extLst>
              <a:ext uri="{FF2B5EF4-FFF2-40B4-BE49-F238E27FC236}">
                <a16:creationId xmlns:a16="http://schemas.microsoft.com/office/drawing/2014/main" id="{67BC5270-F042-7D91-AC04-029FDF476F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7993302"/>
              </p:ext>
            </p:extLst>
          </p:nvPr>
        </p:nvGraphicFramePr>
        <p:xfrm>
          <a:off x="9544480" y="3055138"/>
          <a:ext cx="1704441" cy="1773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</p:spTree>
    <p:extLst>
      <p:ext uri="{BB962C8B-B14F-4D97-AF65-F5344CB8AC3E}">
        <p14:creationId xmlns:p14="http://schemas.microsoft.com/office/powerpoint/2010/main" val="109826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476" grpId="0">
        <p:bldAsOne/>
      </p:bldGraphic>
      <p:bldGraphic spid="486" grpId="0">
        <p:bldAsOne/>
      </p:bldGraphic>
      <p:bldGraphic spid="500" grpId="0">
        <p:bldAsOne/>
      </p:bldGraphic>
      <p:bldGraphic spid="510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BFAE-6BB1-7BC5-D584-A24AA5A5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79" y="97631"/>
            <a:ext cx="9905998" cy="1905000"/>
          </a:xfrm>
        </p:spPr>
        <p:txBody>
          <a:bodyPr/>
          <a:lstStyle/>
          <a:p>
            <a:r>
              <a:rPr lang="en-US" b="1">
                <a:solidFill>
                  <a:srgbClr val="0AFFFF"/>
                </a:solidFill>
              </a:rPr>
              <a:t>Overview</a:t>
            </a:r>
            <a:endParaRPr lang="en-US" b="1">
              <a:solidFill>
                <a:srgbClr val="0A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0CA04-AF74-0C16-CAC6-9EF6DD1028EB}"/>
              </a:ext>
            </a:extLst>
          </p:cNvPr>
          <p:cNvSpPr txBox="1"/>
          <p:nvPr/>
        </p:nvSpPr>
        <p:spPr>
          <a:xfrm>
            <a:off x="11350387" y="6393123"/>
            <a:ext cx="8416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Elliot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5445CB8-F182-B744-1478-301DA3AE63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9238625"/>
              </p:ext>
            </p:extLst>
          </p:nvPr>
        </p:nvGraphicFramePr>
        <p:xfrm>
          <a:off x="790179" y="1529780"/>
          <a:ext cx="9905998" cy="4653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09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2F51-85D0-94EE-DCC9-905C2D8F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AFFFF"/>
                </a:solidFill>
              </a:rPr>
              <a:t>Major features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789B941-887F-9D16-AFC5-B1D6B02BE7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7992999"/>
              </p:ext>
            </p:extLst>
          </p:nvPr>
        </p:nvGraphicFramePr>
        <p:xfrm>
          <a:off x="1237411" y="2312782"/>
          <a:ext cx="9809999" cy="3746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09EFC7-B205-B8CB-3269-9FF14F9A548A}"/>
              </a:ext>
            </a:extLst>
          </p:cNvPr>
          <p:cNvSpPr txBox="1"/>
          <p:nvPr/>
        </p:nvSpPr>
        <p:spPr>
          <a:xfrm>
            <a:off x="11243229" y="6412640"/>
            <a:ext cx="95130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/>
              <a:t>Emma</a:t>
            </a:r>
          </a:p>
        </p:txBody>
      </p:sp>
    </p:spTree>
    <p:extLst>
      <p:ext uri="{BB962C8B-B14F-4D97-AF65-F5344CB8AC3E}">
        <p14:creationId xmlns:p14="http://schemas.microsoft.com/office/powerpoint/2010/main" val="124444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339DF2-2CB3-A747-87CD-0C655150A7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26B676-1182-7240-B60D-7D5D697841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7071B65-0CB8-CE43-BACE-D4AEC69A7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9CC60B-70AD-E446-802E-9B2E99BC6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1BB175-87E6-1046-83BB-C15A16A34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58B9-AED8-EA45-6BFE-22044F9C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F72C0C7-1874-BA8D-EB2D-A78C2455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b="1" dirty="0">
                <a:solidFill>
                  <a:srgbClr val="0AFFFF"/>
                </a:solidFill>
              </a:rPr>
              <a:t>Features not listed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C999E-ED6F-FBEE-140B-F3C8A11CB3D3}"/>
              </a:ext>
            </a:extLst>
          </p:cNvPr>
          <p:cNvSpPr txBox="1"/>
          <p:nvPr/>
        </p:nvSpPr>
        <p:spPr>
          <a:xfrm>
            <a:off x="11207749" y="6434666"/>
            <a:ext cx="93133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Emma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A0D042-4BCC-3B8A-ACE3-3C0E4CD7AF1E}"/>
              </a:ext>
            </a:extLst>
          </p:cNvPr>
          <p:cNvSpPr txBox="1"/>
          <p:nvPr/>
        </p:nvSpPr>
        <p:spPr>
          <a:xfrm>
            <a:off x="1141413" y="2156572"/>
            <a:ext cx="990599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Features Postponed for This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Clubs/Group Chats </a:t>
            </a:r>
            <a:r>
              <a:rPr lang="en-US" dirty="0"/>
              <a:t>– We planned social spaces for multiple spies to coordinate.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Full Encryption Layer </a:t>
            </a:r>
            <a:r>
              <a:rPr lang="en-US" dirty="0"/>
              <a:t>– We have secure data auth, but postponed full end-to-end encryption for messages.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Achievements Board </a:t>
            </a:r>
            <a:r>
              <a:rPr lang="en-US" dirty="0"/>
              <a:t>– A public spy achievements board where users can show off completed missions and milestones.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Future Additions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Interactive Spy Map </a:t>
            </a:r>
            <a:r>
              <a:rPr lang="en-US" dirty="0"/>
              <a:t>– Location based map  where spies can pin activity zones or mission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Spy Gadget Marketplace/Shop </a:t>
            </a:r>
            <a:r>
              <a:rPr lang="en-US" dirty="0"/>
              <a:t>– A buy/sell platform for spy gear, gadgets, tools,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EC0"/>
                </a:solidFill>
              </a:rPr>
              <a:t>Performance Improvements </a:t>
            </a:r>
            <a:r>
              <a:rPr lang="en-US" dirty="0"/>
              <a:t>– Optimize data flow and loading speed as the number of users, messages, and contracts grows.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40D5-FA13-24AB-A99E-2C6EC41D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071BBAC-17B9-56FF-A3D6-2AD59045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598" y="386292"/>
            <a:ext cx="10997452" cy="1325563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0AFFFF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96AA06-1687-A04C-794A-687717AE1865}"/>
              </a:ext>
            </a:extLst>
          </p:cNvPr>
          <p:cNvSpPr txBox="1"/>
          <p:nvPr/>
        </p:nvSpPr>
        <p:spPr>
          <a:xfrm>
            <a:off x="575733" y="1718733"/>
            <a:ext cx="416136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2800" dirty="0">
                <a:latin typeface="Aptos"/>
                <a:cs typeface="Arial"/>
              </a:rPr>
              <a:t>Browser</a:t>
            </a:r>
            <a:r>
              <a:rPr lang="en-US" sz="2800" dirty="0">
                <a:solidFill>
                  <a:srgbClr val="000000"/>
                </a:solidFill>
                <a:latin typeface="Aptos"/>
                <a:cs typeface="Arial"/>
              </a:rPr>
              <a:t> </a:t>
            </a:r>
            <a:endParaRPr lang="en-US" sz="2800" dirty="0">
              <a:latin typeface="Aptos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800" dirty="0">
                <a:latin typeface="Aptos"/>
                <a:cs typeface="Arial"/>
              </a:rPr>
              <a:t>Flask as a server</a:t>
            </a:r>
            <a:r>
              <a:rPr lang="en-US" sz="2800" dirty="0">
                <a:solidFill>
                  <a:srgbClr val="000000"/>
                </a:solidFill>
                <a:latin typeface="Aptos"/>
                <a:cs typeface="Arial"/>
              </a:rPr>
              <a:t>​</a:t>
            </a: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sz="2800" dirty="0" err="1">
                <a:latin typeface="Aptos"/>
                <a:cs typeface="Arial"/>
              </a:rPr>
              <a:t>Supabase</a:t>
            </a:r>
            <a:r>
              <a:rPr lang="en-US" sz="2800" dirty="0">
                <a:solidFill>
                  <a:srgbClr val="000000"/>
                </a:solidFill>
                <a:latin typeface="Aptos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800" dirty="0">
                <a:latin typeface="Aptos"/>
                <a:cs typeface="Arial"/>
              </a:rPr>
              <a:t>Back to </a:t>
            </a:r>
            <a:r>
              <a:rPr lang="en-US" sz="2800" dirty="0" err="1">
                <a:latin typeface="Aptos"/>
                <a:cs typeface="Arial"/>
              </a:rPr>
              <a:t>BootStrap</a:t>
            </a:r>
            <a:r>
              <a:rPr lang="en-US" sz="2800" dirty="0">
                <a:latin typeface="Aptos"/>
                <a:cs typeface="Arial"/>
              </a:rPr>
              <a:t>/Jinja </a:t>
            </a:r>
          </a:p>
        </p:txBody>
      </p:sp>
      <p:pic>
        <p:nvPicPr>
          <p:cNvPr id="14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6FD13317-E897-0855-3A9A-4C54ED35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194" y="1707962"/>
            <a:ext cx="4858418" cy="4356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A9AC06-AA90-65B5-6712-A848FBD00F60}"/>
              </a:ext>
            </a:extLst>
          </p:cNvPr>
          <p:cNvSpPr txBox="1"/>
          <p:nvPr/>
        </p:nvSpPr>
        <p:spPr>
          <a:xfrm>
            <a:off x="11256596" y="6382564"/>
            <a:ext cx="18732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Dayne</a:t>
            </a:r>
          </a:p>
        </p:txBody>
      </p:sp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D4267376-0C48-1199-977A-AAD777727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486" y="1190747"/>
            <a:ext cx="7171103" cy="487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4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E1F0-5546-5B48-9CBC-C8F3FDB2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ED1F-4ACF-B078-9F8F-451D017E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79" y="97631"/>
            <a:ext cx="9905998" cy="1905000"/>
          </a:xfrm>
        </p:spPr>
        <p:txBody>
          <a:bodyPr/>
          <a:lstStyle/>
          <a:p>
            <a:r>
              <a:rPr lang="en-US" b="1">
                <a:solidFill>
                  <a:srgbClr val="0AFFFF"/>
                </a:solidFill>
              </a:rPr>
              <a:t>Lessons Learned</a:t>
            </a:r>
            <a:endParaRPr lang="en-US" b="1">
              <a:solidFill>
                <a:srgbClr val="0A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A8210-2C0A-739B-C384-9D79A3E8FE81}"/>
              </a:ext>
            </a:extLst>
          </p:cNvPr>
          <p:cNvSpPr txBox="1"/>
          <p:nvPr/>
        </p:nvSpPr>
        <p:spPr>
          <a:xfrm>
            <a:off x="11350387" y="6393123"/>
            <a:ext cx="8416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Cam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41418535-39AE-EFD3-0F85-3F49D6F6C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971744"/>
              </p:ext>
            </p:extLst>
          </p:nvPr>
        </p:nvGraphicFramePr>
        <p:xfrm>
          <a:off x="1137479" y="1357244"/>
          <a:ext cx="9906000" cy="5214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21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51EB-47DB-8B85-653F-983EE170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76" y="1005206"/>
            <a:ext cx="9905998" cy="1905000"/>
          </a:xfrm>
        </p:spPr>
        <p:txBody>
          <a:bodyPr/>
          <a:lstStyle/>
          <a:p>
            <a:r>
              <a:rPr lang="en-US" b="1">
                <a:solidFill>
                  <a:srgbClr val="0AFFFF"/>
                </a:solidFill>
                <a:latin typeface="Arial"/>
                <a:cs typeface="Arial"/>
              </a:rPr>
              <a:t>Site Walkthrough</a:t>
            </a:r>
            <a:endParaRPr lang="en-US" b="1">
              <a:solidFill>
                <a:srgbClr val="0A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09030-2E4F-2092-88EA-7EAAC372CB02}"/>
              </a:ext>
            </a:extLst>
          </p:cNvPr>
          <p:cNvSpPr txBox="1"/>
          <p:nvPr/>
        </p:nvSpPr>
        <p:spPr>
          <a:xfrm>
            <a:off x="9167812" y="1774031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93269-996C-072B-5578-0B24EAFE67F7}"/>
              </a:ext>
            </a:extLst>
          </p:cNvPr>
          <p:cNvSpPr txBox="1"/>
          <p:nvPr/>
        </p:nvSpPr>
        <p:spPr>
          <a:xfrm>
            <a:off x="148136" y="6372026"/>
            <a:ext cx="14227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Suzanne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D0E338-D07A-D465-43AF-9414A8BF5D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72903" y="111370"/>
            <a:ext cx="6404384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1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E40F-D2FC-E2BD-F692-65C754EA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AFFFF"/>
                </a:solidFill>
              </a:rPr>
              <a:t> </a:t>
            </a:r>
            <a:r>
              <a:rPr lang="en-US" sz="4000">
                <a:solidFill>
                  <a:srgbClr val="0AFFFF"/>
                </a:solidFill>
              </a:rPr>
              <a:t>M</a:t>
            </a:r>
            <a:r>
              <a:rPr lang="en-US">
                <a:solidFill>
                  <a:srgbClr val="0AFFFF"/>
                </a:solidFill>
              </a:rPr>
              <a:t> </a:t>
            </a:r>
            <a:r>
              <a:rPr lang="en-US" err="1">
                <a:solidFill>
                  <a:srgbClr val="0AFFFF"/>
                </a:solidFill>
              </a:rPr>
              <a:t>yspy</a:t>
            </a:r>
            <a:r>
              <a:rPr lang="en-US">
                <a:solidFill>
                  <a:srgbClr val="0AFFFF"/>
                </a:solidFill>
              </a:rPr>
              <a:t>: Stay Hidden. Stay Connected.</a:t>
            </a:r>
            <a:endParaRPr lang="en-US">
              <a:solidFill>
                <a:srgbClr val="0A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F487-6D8D-C9D9-9C69-C2AAB2A16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523433"/>
            <a:ext cx="6919841" cy="32125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ptos"/>
              </a:rPr>
              <a:t>All in one place for all your spy needs.</a:t>
            </a:r>
          </a:p>
          <a:p>
            <a:pPr>
              <a:buClr>
                <a:srgbClr val="FFFFFF"/>
              </a:buClr>
            </a:pPr>
            <a:endParaRPr lang="en-US" sz="2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en-US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ptos"/>
              </a:rPr>
              <a:t>Contact other spies and handlers.</a:t>
            </a:r>
          </a:p>
          <a:p>
            <a:pPr>
              <a:buClr>
                <a:srgbClr val="FFFFFF"/>
              </a:buClr>
            </a:pPr>
            <a:r>
              <a:rPr lang="en-US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ptos"/>
              </a:rPr>
              <a:t>Find handlers in your area.</a:t>
            </a:r>
          </a:p>
          <a:p>
            <a:pPr>
              <a:buClr>
                <a:srgbClr val="FFFFFF"/>
              </a:buClr>
            </a:pPr>
            <a:r>
              <a:rPr lang="en-US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ptos"/>
              </a:rPr>
              <a:t>Post securely, building your reputation.</a:t>
            </a:r>
          </a:p>
          <a:p>
            <a:pPr>
              <a:buClr>
                <a:srgbClr val="FFFFFF"/>
              </a:buClr>
            </a:pP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ptos"/>
            </a:endParaRPr>
          </a:p>
          <a:p>
            <a:pPr marL="0" indent="0">
              <a:buClr>
                <a:prstClr val="white"/>
              </a:buClr>
              <a:buNone/>
            </a:pP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9FA4E-962F-BE98-D267-C069BD209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37" y="4389783"/>
            <a:ext cx="4512366" cy="3124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ptos"/>
              </a:rPr>
              <a:t>Questions?</a:t>
            </a:r>
            <a:endParaRPr lang="en-US" sz="3200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ptos"/>
            </a:endParaRPr>
          </a:p>
        </p:txBody>
      </p:sp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F46F2BC7-824D-82E8-499D-CF0337973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83259" y="1126109"/>
            <a:ext cx="1175804" cy="1165413"/>
          </a:xfrm>
          <a:prstGeom prst="rect">
            <a:avLst/>
          </a:prstGeom>
        </p:spPr>
      </p:pic>
      <p:pic>
        <p:nvPicPr>
          <p:cNvPr id="10" name="Picture 9" descr="Spy Artwork : r/tf2">
            <a:extLst>
              <a:ext uri="{FF2B5EF4-FFF2-40B4-BE49-F238E27FC236}">
                <a16:creationId xmlns:a16="http://schemas.microsoft.com/office/drawing/2014/main" id="{3D92B15B-1996-F81B-EB9A-1323058C6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487" y="2209581"/>
            <a:ext cx="2743200" cy="3565271"/>
          </a:xfrm>
          <a:prstGeom prst="rect">
            <a:avLst/>
          </a:prstGeom>
          <a:ln w="57150">
            <a:solidFill>
              <a:srgbClr val="0AFFFF"/>
            </a:solidFill>
          </a:ln>
        </p:spPr>
      </p:pic>
    </p:spTree>
    <p:extLst>
      <p:ext uri="{BB962C8B-B14F-4D97-AF65-F5344CB8AC3E}">
        <p14:creationId xmlns:p14="http://schemas.microsoft.com/office/powerpoint/2010/main" val="354861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</TotalTime>
  <Words>470</Words>
  <Application>Microsoft Macintosh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Century Gothic</vt:lpstr>
      <vt:lpstr>Mesh</vt:lpstr>
      <vt:lpstr>Office Theme</vt:lpstr>
      <vt:lpstr>PowerPoint Presentation</vt:lpstr>
      <vt:lpstr>The MySpy Team</vt:lpstr>
      <vt:lpstr>Overview</vt:lpstr>
      <vt:lpstr>Major features</vt:lpstr>
      <vt:lpstr>Features not listed</vt:lpstr>
      <vt:lpstr>ARCHITECTURE</vt:lpstr>
      <vt:lpstr>Lessons Learned</vt:lpstr>
      <vt:lpstr>Site Walkthrough</vt:lpstr>
      <vt:lpstr> M yspy: Stay Hidden. Stay Connected.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Tkachuk</dc:creator>
  <cp:lastModifiedBy>Emma Tkachuk</cp:lastModifiedBy>
  <cp:revision>17</cp:revision>
  <dcterms:created xsi:type="dcterms:W3CDTF">2025-09-22T15:45:34Z</dcterms:created>
  <dcterms:modified xsi:type="dcterms:W3CDTF">2025-12-01T06:33:49Z</dcterms:modified>
</cp:coreProperties>
</file>